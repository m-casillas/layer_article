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8" r:id="rId3"/>
    <p:sldId id="260" r:id="rId4"/>
    <p:sldId id="262" r:id="rId5"/>
    <p:sldId id="257" r:id="rId6"/>
    <p:sldId id="259" r:id="rId7"/>
    <p:sldId id="261" r:id="rId8"/>
    <p:sldId id="263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E43AA-446E-4E44-B8AE-E4F47F31779F}" v="51" dt="2025-08-01T18:09:38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200" d="100"/>
          <a:sy n="200" d="100"/>
        </p:scale>
        <p:origin x="-13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Casillas" userId="cc0ef865b6a61cf1" providerId="LiveId" clId="{82C2ACB3-351D-4028-A4EB-574BF0CD717C}"/>
    <pc:docChg chg="custSel addSld delSld modSld sldOrd">
      <pc:chgData name="Manuel Casillas" userId="cc0ef865b6a61cf1" providerId="LiveId" clId="{82C2ACB3-351D-4028-A4EB-574BF0CD717C}" dt="2025-05-23T20:40:08.829" v="747" actId="1076"/>
      <pc:docMkLst>
        <pc:docMk/>
      </pc:docMkLst>
      <pc:sldChg chg="addSp modSp mod ord">
        <pc:chgData name="Manuel Casillas" userId="cc0ef865b6a61cf1" providerId="LiveId" clId="{82C2ACB3-351D-4028-A4EB-574BF0CD717C}" dt="2025-05-23T19:26:19.995" v="137"/>
        <pc:sldMkLst>
          <pc:docMk/>
          <pc:sldMk cId="1397928663" sldId="258"/>
        </pc:sldMkLst>
        <pc:spChg chg="mod">
          <ac:chgData name="Manuel Casillas" userId="cc0ef865b6a61cf1" providerId="LiveId" clId="{82C2ACB3-351D-4028-A4EB-574BF0CD717C}" dt="2025-05-23T19:24:30.773" v="24" actId="1076"/>
          <ac:spMkLst>
            <pc:docMk/>
            <pc:sldMk cId="1397928663" sldId="258"/>
            <ac:spMk id="2" creationId="{0C9932F7-AF6C-87E4-C70C-333966C4309D}"/>
          </ac:spMkLst>
        </pc:spChg>
        <pc:spChg chg="add mod">
          <ac:chgData name="Manuel Casillas" userId="cc0ef865b6a61cf1" providerId="LiveId" clId="{82C2ACB3-351D-4028-A4EB-574BF0CD717C}" dt="2025-05-23T19:26:15.056" v="134" actId="1076"/>
          <ac:spMkLst>
            <pc:docMk/>
            <pc:sldMk cId="1397928663" sldId="258"/>
            <ac:spMk id="7" creationId="{8D1F68B1-B052-FF26-A337-FD2953819C07}"/>
          </ac:spMkLst>
        </pc:spChg>
        <pc:picChg chg="add mod">
          <ac:chgData name="Manuel Casillas" userId="cc0ef865b6a61cf1" providerId="LiveId" clId="{82C2ACB3-351D-4028-A4EB-574BF0CD717C}" dt="2025-05-23T19:25:53.003" v="126" actId="1076"/>
          <ac:picMkLst>
            <pc:docMk/>
            <pc:sldMk cId="1397928663" sldId="258"/>
            <ac:picMk id="4" creationId="{A0DEF3F0-A451-4504-FCD5-6FEF2C455512}"/>
          </ac:picMkLst>
        </pc:picChg>
        <pc:picChg chg="add mod">
          <ac:chgData name="Manuel Casillas" userId="cc0ef865b6a61cf1" providerId="LiveId" clId="{82C2ACB3-351D-4028-A4EB-574BF0CD717C}" dt="2025-05-23T19:26:11.306" v="133" actId="1076"/>
          <ac:picMkLst>
            <pc:docMk/>
            <pc:sldMk cId="1397928663" sldId="258"/>
            <ac:picMk id="6" creationId="{DE2FB0C4-57F2-FDD1-69A1-FA9355AEAD5D}"/>
          </ac:picMkLst>
        </pc:picChg>
      </pc:sldChg>
      <pc:sldChg chg="modSp mod">
        <pc:chgData name="Manuel Casillas" userId="cc0ef865b6a61cf1" providerId="LiveId" clId="{82C2ACB3-351D-4028-A4EB-574BF0CD717C}" dt="2025-05-23T20:13:25.725" v="532" actId="20577"/>
        <pc:sldMkLst>
          <pc:docMk/>
          <pc:sldMk cId="4011462671" sldId="262"/>
        </pc:sldMkLst>
        <pc:spChg chg="mod">
          <ac:chgData name="Manuel Casillas" userId="cc0ef865b6a61cf1" providerId="LiveId" clId="{82C2ACB3-351D-4028-A4EB-574BF0CD717C}" dt="2025-05-23T20:13:25.725" v="532" actId="20577"/>
          <ac:spMkLst>
            <pc:docMk/>
            <pc:sldMk cId="4011462671" sldId="262"/>
            <ac:spMk id="14" creationId="{D7EC1C14-796E-B992-B063-B2333448930F}"/>
          </ac:spMkLst>
        </pc:spChg>
      </pc:sldChg>
      <pc:sldChg chg="addSp modSp mod">
        <pc:chgData name="Manuel Casillas" userId="cc0ef865b6a61cf1" providerId="LiveId" clId="{82C2ACB3-351D-4028-A4EB-574BF0CD717C}" dt="2025-05-23T19:32:22.286" v="230" actId="1076"/>
        <pc:sldMkLst>
          <pc:docMk/>
          <pc:sldMk cId="2673636745" sldId="263"/>
        </pc:sldMkLst>
        <pc:spChg chg="add mod">
          <ac:chgData name="Manuel Casillas" userId="cc0ef865b6a61cf1" providerId="LiveId" clId="{82C2ACB3-351D-4028-A4EB-574BF0CD717C}" dt="2025-05-23T19:28:30.550" v="182" actId="20577"/>
          <ac:spMkLst>
            <pc:docMk/>
            <pc:sldMk cId="2673636745" sldId="263"/>
            <ac:spMk id="2" creationId="{A7543762-7E06-5C31-4834-1450DAAFC3F1}"/>
          </ac:spMkLst>
        </pc:spChg>
        <pc:spChg chg="add mod">
          <ac:chgData name="Manuel Casillas" userId="cc0ef865b6a61cf1" providerId="LiveId" clId="{82C2ACB3-351D-4028-A4EB-574BF0CD717C}" dt="2025-05-23T19:31:06.222" v="215" actId="20577"/>
          <ac:spMkLst>
            <pc:docMk/>
            <pc:sldMk cId="2673636745" sldId="263"/>
            <ac:spMk id="11" creationId="{520D3D8A-EC2C-913A-65A9-36C4CEA38FEF}"/>
          </ac:spMkLst>
        </pc:spChg>
        <pc:spChg chg="add mod">
          <ac:chgData name="Manuel Casillas" userId="cc0ef865b6a61cf1" providerId="LiveId" clId="{82C2ACB3-351D-4028-A4EB-574BF0CD717C}" dt="2025-05-23T19:31:24.365" v="222" actId="20577"/>
          <ac:spMkLst>
            <pc:docMk/>
            <pc:sldMk cId="2673636745" sldId="263"/>
            <ac:spMk id="12" creationId="{BCA90217-B0D2-AA77-0BD3-BEA41B6C04A8}"/>
          </ac:spMkLst>
        </pc:spChg>
        <pc:spChg chg="add mod">
          <ac:chgData name="Manuel Casillas" userId="cc0ef865b6a61cf1" providerId="LiveId" clId="{82C2ACB3-351D-4028-A4EB-574BF0CD717C}" dt="2025-05-23T19:31:50.310" v="227" actId="1076"/>
          <ac:spMkLst>
            <pc:docMk/>
            <pc:sldMk cId="2673636745" sldId="263"/>
            <ac:spMk id="13" creationId="{272D216D-D6C2-1051-1058-7EE603C23F5A}"/>
          </ac:spMkLst>
        </pc:spChg>
        <pc:spChg chg="add mod">
          <ac:chgData name="Manuel Casillas" userId="cc0ef865b6a61cf1" providerId="LiveId" clId="{82C2ACB3-351D-4028-A4EB-574BF0CD717C}" dt="2025-05-23T19:32:22.286" v="230" actId="1076"/>
          <ac:spMkLst>
            <pc:docMk/>
            <pc:sldMk cId="2673636745" sldId="263"/>
            <ac:spMk id="14" creationId="{D1488428-0EF5-6DF2-A13C-97452B5CAEC6}"/>
          </ac:spMkLst>
        </pc:spChg>
        <pc:picChg chg="add mod">
          <ac:chgData name="Manuel Casillas" userId="cc0ef865b6a61cf1" providerId="LiveId" clId="{82C2ACB3-351D-4028-A4EB-574BF0CD717C}" dt="2025-05-23T19:28:40.229" v="187" actId="14100"/>
          <ac:picMkLst>
            <pc:docMk/>
            <pc:sldMk cId="2673636745" sldId="263"/>
            <ac:picMk id="4" creationId="{FDB99DD8-942B-E8D8-C665-67783B16E926}"/>
          </ac:picMkLst>
        </pc:picChg>
        <pc:picChg chg="add mod">
          <ac:chgData name="Manuel Casillas" userId="cc0ef865b6a61cf1" providerId="LiveId" clId="{82C2ACB3-351D-4028-A4EB-574BF0CD717C}" dt="2025-05-23T19:28:53.317" v="194" actId="14100"/>
          <ac:picMkLst>
            <pc:docMk/>
            <pc:sldMk cId="2673636745" sldId="263"/>
            <ac:picMk id="6" creationId="{60DE1F45-CE9E-5610-462E-E91ADAD0CE1A}"/>
          </ac:picMkLst>
        </pc:picChg>
        <pc:picChg chg="add mod">
          <ac:chgData name="Manuel Casillas" userId="cc0ef865b6a61cf1" providerId="LiveId" clId="{82C2ACB3-351D-4028-A4EB-574BF0CD717C}" dt="2025-05-23T19:29:10.927" v="201" actId="1076"/>
          <ac:picMkLst>
            <pc:docMk/>
            <pc:sldMk cId="2673636745" sldId="263"/>
            <ac:picMk id="8" creationId="{6D86B936-86D4-8CF5-9FC3-A1B51011B776}"/>
          </ac:picMkLst>
        </pc:picChg>
        <pc:picChg chg="add mod">
          <ac:chgData name="Manuel Casillas" userId="cc0ef865b6a61cf1" providerId="LiveId" clId="{82C2ACB3-351D-4028-A4EB-574BF0CD717C}" dt="2025-05-23T19:29:24.830" v="206" actId="1076"/>
          <ac:picMkLst>
            <pc:docMk/>
            <pc:sldMk cId="2673636745" sldId="263"/>
            <ac:picMk id="10" creationId="{55B398E1-399E-CF66-BD9C-C49BD42EE5BA}"/>
          </ac:picMkLst>
        </pc:picChg>
      </pc:sldChg>
      <pc:sldChg chg="new del">
        <pc:chgData name="Manuel Casillas" userId="cc0ef865b6a61cf1" providerId="LiveId" clId="{82C2ACB3-351D-4028-A4EB-574BF0CD717C}" dt="2025-05-23T19:26:36.013" v="170" actId="47"/>
        <pc:sldMkLst>
          <pc:docMk/>
          <pc:sldMk cId="294044817" sldId="264"/>
        </pc:sldMkLst>
      </pc:sldChg>
      <pc:sldChg chg="addSp delSp modSp new mod ord">
        <pc:chgData name="Manuel Casillas" userId="cc0ef865b6a61cf1" providerId="LiveId" clId="{82C2ACB3-351D-4028-A4EB-574BF0CD717C}" dt="2025-05-23T20:40:08.829" v="747" actId="1076"/>
        <pc:sldMkLst>
          <pc:docMk/>
          <pc:sldMk cId="2026384945" sldId="265"/>
        </pc:sldMkLst>
        <pc:spChg chg="mod">
          <ac:chgData name="Manuel Casillas" userId="cc0ef865b6a61cf1" providerId="LiveId" clId="{82C2ACB3-351D-4028-A4EB-574BF0CD717C}" dt="2025-05-23T20:40:05.276" v="745" actId="14100"/>
          <ac:spMkLst>
            <pc:docMk/>
            <pc:sldMk cId="2026384945" sldId="265"/>
            <ac:spMk id="2" creationId="{E81B4432-95BD-6FBC-A85F-BE0F680749A1}"/>
          </ac:spMkLst>
        </pc:spChg>
        <pc:spChg chg="add mod">
          <ac:chgData name="Manuel Casillas" userId="cc0ef865b6a61cf1" providerId="LiveId" clId="{82C2ACB3-351D-4028-A4EB-574BF0CD717C}" dt="2025-05-23T20:40:06.989" v="746" actId="1076"/>
          <ac:spMkLst>
            <pc:docMk/>
            <pc:sldMk cId="2026384945" sldId="265"/>
            <ac:spMk id="4" creationId="{868D7164-1BB7-5DCB-555C-FEDF13EC20E7}"/>
          </ac:spMkLst>
        </pc:spChg>
        <pc:spChg chg="add mod">
          <ac:chgData name="Manuel Casillas" userId="cc0ef865b6a61cf1" providerId="LiveId" clId="{82C2ACB3-351D-4028-A4EB-574BF0CD717C}" dt="2025-05-23T20:40:08.829" v="747" actId="1076"/>
          <ac:spMkLst>
            <pc:docMk/>
            <pc:sldMk cId="2026384945" sldId="265"/>
            <ac:spMk id="5" creationId="{E86F4DF5-9A15-992E-3B91-1CD3005ADF66}"/>
          </ac:spMkLst>
        </pc:spChg>
      </pc:sldChg>
      <pc:sldChg chg="addSp delSp modSp new mod">
        <pc:chgData name="Manuel Casillas" userId="cc0ef865b6a61cf1" providerId="LiveId" clId="{82C2ACB3-351D-4028-A4EB-574BF0CD717C}" dt="2025-05-23T19:39:03.676" v="520" actId="1076"/>
        <pc:sldMkLst>
          <pc:docMk/>
          <pc:sldMk cId="2705631747" sldId="266"/>
        </pc:sldMkLst>
        <pc:spChg chg="add mod">
          <ac:chgData name="Manuel Casillas" userId="cc0ef865b6a61cf1" providerId="LiveId" clId="{82C2ACB3-351D-4028-A4EB-574BF0CD717C}" dt="2025-05-23T19:33:45.114" v="246" actId="1076"/>
          <ac:spMkLst>
            <pc:docMk/>
            <pc:sldMk cId="2705631747" sldId="266"/>
            <ac:spMk id="4" creationId="{E521B6FE-4B92-551A-37C2-47DFA6BB1539}"/>
          </ac:spMkLst>
        </pc:spChg>
        <pc:spChg chg="add mod">
          <ac:chgData name="Manuel Casillas" userId="cc0ef865b6a61cf1" providerId="LiveId" clId="{82C2ACB3-351D-4028-A4EB-574BF0CD717C}" dt="2025-05-23T19:36:05.177" v="294" actId="1076"/>
          <ac:spMkLst>
            <pc:docMk/>
            <pc:sldMk cId="2705631747" sldId="266"/>
            <ac:spMk id="7" creationId="{F4298B1C-C51B-4C25-3735-E02C31D3F006}"/>
          </ac:spMkLst>
        </pc:spChg>
        <pc:spChg chg="add mod">
          <ac:chgData name="Manuel Casillas" userId="cc0ef865b6a61cf1" providerId="LiveId" clId="{82C2ACB3-351D-4028-A4EB-574BF0CD717C}" dt="2025-05-23T19:35:12.753" v="282" actId="1076"/>
          <ac:spMkLst>
            <pc:docMk/>
            <pc:sldMk cId="2705631747" sldId="266"/>
            <ac:spMk id="12" creationId="{652FAA33-DDC9-9F55-0EAC-26FA27F1B8D6}"/>
          </ac:spMkLst>
        </pc:spChg>
        <pc:spChg chg="add mod">
          <ac:chgData name="Manuel Casillas" userId="cc0ef865b6a61cf1" providerId="LiveId" clId="{82C2ACB3-351D-4028-A4EB-574BF0CD717C}" dt="2025-05-23T19:35:45.949" v="293" actId="20577"/>
          <ac:spMkLst>
            <pc:docMk/>
            <pc:sldMk cId="2705631747" sldId="266"/>
            <ac:spMk id="15" creationId="{E179B27E-F8E1-F4F8-CF70-B4115B70EC49}"/>
          </ac:spMkLst>
        </pc:spChg>
        <pc:spChg chg="add mod">
          <ac:chgData name="Manuel Casillas" userId="cc0ef865b6a61cf1" providerId="LiveId" clId="{82C2ACB3-351D-4028-A4EB-574BF0CD717C}" dt="2025-05-23T19:39:03.676" v="520" actId="1076"/>
          <ac:spMkLst>
            <pc:docMk/>
            <pc:sldMk cId="2705631747" sldId="266"/>
            <ac:spMk id="16" creationId="{47B279D4-FF14-F365-0E7C-221BF8B56539}"/>
          </ac:spMkLst>
        </pc:spChg>
        <pc:picChg chg="add mod">
          <ac:chgData name="Manuel Casillas" userId="cc0ef865b6a61cf1" providerId="LiveId" clId="{82C2ACB3-351D-4028-A4EB-574BF0CD717C}" dt="2025-05-23T19:36:20.299" v="296" actId="14100"/>
          <ac:picMkLst>
            <pc:docMk/>
            <pc:sldMk cId="2705631747" sldId="266"/>
            <ac:picMk id="3" creationId="{48B7C381-D2BD-319B-E7B7-3181AF991CC7}"/>
          </ac:picMkLst>
        </pc:picChg>
        <pc:picChg chg="add mod">
          <ac:chgData name="Manuel Casillas" userId="cc0ef865b6a61cf1" providerId="LiveId" clId="{82C2ACB3-351D-4028-A4EB-574BF0CD717C}" dt="2025-05-23T19:36:55.061" v="297" actId="1076"/>
          <ac:picMkLst>
            <pc:docMk/>
            <pc:sldMk cId="2705631747" sldId="266"/>
            <ac:picMk id="6" creationId="{887C0E54-25E3-A04C-C317-E885CDA62928}"/>
          </ac:picMkLst>
        </pc:picChg>
        <pc:picChg chg="add mod">
          <ac:chgData name="Manuel Casillas" userId="cc0ef865b6a61cf1" providerId="LiveId" clId="{82C2ACB3-351D-4028-A4EB-574BF0CD717C}" dt="2025-05-23T19:34:56.534" v="273" actId="1076"/>
          <ac:picMkLst>
            <pc:docMk/>
            <pc:sldMk cId="2705631747" sldId="266"/>
            <ac:picMk id="11" creationId="{96190E1C-0DA0-9A24-AE05-A0BEE1CC71A5}"/>
          </ac:picMkLst>
        </pc:picChg>
        <pc:picChg chg="add mod">
          <ac:chgData name="Manuel Casillas" userId="cc0ef865b6a61cf1" providerId="LiveId" clId="{82C2ACB3-351D-4028-A4EB-574BF0CD717C}" dt="2025-05-23T19:35:38.212" v="288" actId="1076"/>
          <ac:picMkLst>
            <pc:docMk/>
            <pc:sldMk cId="2705631747" sldId="266"/>
            <ac:picMk id="14" creationId="{733819A6-AC26-C38A-AE9C-6CD1A6B9BDD8}"/>
          </ac:picMkLst>
        </pc:picChg>
      </pc:sldChg>
    </pc:docChg>
  </pc:docChgLst>
  <pc:docChgLst>
    <pc:chgData name="Manuel Casillas" userId="cc0ef865b6a61cf1" providerId="LiveId" clId="{69EE43AA-446E-4E44-B8AE-E4F47F31779F}"/>
    <pc:docChg chg="custSel addSld modSld">
      <pc:chgData name="Manuel Casillas" userId="cc0ef865b6a61cf1" providerId="LiveId" clId="{69EE43AA-446E-4E44-B8AE-E4F47F31779F}" dt="2025-08-01T18:09:44.067" v="401" actId="5793"/>
      <pc:docMkLst>
        <pc:docMk/>
      </pc:docMkLst>
      <pc:sldChg chg="addSp delSp modSp new mod">
        <pc:chgData name="Manuel Casillas" userId="cc0ef865b6a61cf1" providerId="LiveId" clId="{69EE43AA-446E-4E44-B8AE-E4F47F31779F}" dt="2025-08-01T17:56:27.332" v="351" actId="20577"/>
        <pc:sldMkLst>
          <pc:docMk/>
          <pc:sldMk cId="84175319" sldId="267"/>
        </pc:sldMkLst>
        <pc:spChg chg="add mod">
          <ac:chgData name="Manuel Casillas" userId="cc0ef865b6a61cf1" providerId="LiveId" clId="{69EE43AA-446E-4E44-B8AE-E4F47F31779F}" dt="2025-08-01T17:56:27.332" v="351" actId="20577"/>
          <ac:spMkLst>
            <pc:docMk/>
            <pc:sldMk cId="84175319" sldId="267"/>
            <ac:spMk id="283" creationId="{B41D8875-00BD-D118-5B1D-99A2525E9103}"/>
          </ac:spMkLst>
        </pc:spChg>
        <pc:grpChg chg="del mod">
          <ac:chgData name="Manuel Casillas" userId="cc0ef865b6a61cf1" providerId="LiveId" clId="{69EE43AA-446E-4E44-B8AE-E4F47F31779F}" dt="2025-08-01T17:16:09.003" v="47"/>
          <ac:grpSpMkLst>
            <pc:docMk/>
            <pc:sldMk cId="84175319" sldId="267"/>
            <ac:grpSpMk id="12" creationId="{F782C1A3-68ED-E01C-0BC6-DC1D2737CE9A}"/>
          </ac:grpSpMkLst>
        </pc:grpChg>
        <pc:grpChg chg="del mod">
          <ac:chgData name="Manuel Casillas" userId="cc0ef865b6a61cf1" providerId="LiveId" clId="{69EE43AA-446E-4E44-B8AE-E4F47F31779F}" dt="2025-08-01T17:16:09.003" v="47"/>
          <ac:grpSpMkLst>
            <pc:docMk/>
            <pc:sldMk cId="84175319" sldId="267"/>
            <ac:grpSpMk id="13" creationId="{99AFEEBD-3685-6415-70E5-36A5172736A0}"/>
          </ac:grpSpMkLst>
        </pc:grpChg>
        <pc:grpChg chg="del mod">
          <ac:chgData name="Manuel Casillas" userId="cc0ef865b6a61cf1" providerId="LiveId" clId="{69EE43AA-446E-4E44-B8AE-E4F47F31779F}" dt="2025-08-01T17:15:56.773" v="45"/>
          <ac:grpSpMkLst>
            <pc:docMk/>
            <pc:sldMk cId="84175319" sldId="267"/>
            <ac:grpSpMk id="24" creationId="{AA905E79-536B-EB41-4782-18AF7A3DF476}"/>
          </ac:grpSpMkLst>
        </pc:grpChg>
        <pc:grpChg chg="del mod">
          <ac:chgData name="Manuel Casillas" userId="cc0ef865b6a61cf1" providerId="LiveId" clId="{69EE43AA-446E-4E44-B8AE-E4F47F31779F}" dt="2025-08-01T17:15:56.773" v="45"/>
          <ac:grpSpMkLst>
            <pc:docMk/>
            <pc:sldMk cId="84175319" sldId="267"/>
            <ac:grpSpMk id="25" creationId="{0DC65C95-A524-341D-FD4A-1F3A87AC1685}"/>
          </ac:grpSpMkLst>
        </pc:grpChg>
        <pc:grpChg chg="del mod">
          <ac:chgData name="Manuel Casillas" userId="cc0ef865b6a61cf1" providerId="LiveId" clId="{69EE43AA-446E-4E44-B8AE-E4F47F31779F}" dt="2025-08-01T17:15:56.773" v="45"/>
          <ac:grpSpMkLst>
            <pc:docMk/>
            <pc:sldMk cId="84175319" sldId="267"/>
            <ac:grpSpMk id="30" creationId="{810A81FA-907D-9A36-E536-10F745AE6F46}"/>
          </ac:grpSpMkLst>
        </pc:grpChg>
        <pc:grpChg chg="mod">
          <ac:chgData name="Manuel Casillas" userId="cc0ef865b6a61cf1" providerId="LiveId" clId="{69EE43AA-446E-4E44-B8AE-E4F47F31779F}" dt="2025-08-01T17:15:56.773" v="45"/>
          <ac:grpSpMkLst>
            <pc:docMk/>
            <pc:sldMk cId="84175319" sldId="267"/>
            <ac:grpSpMk id="48" creationId="{179F0939-0054-29CE-FE86-A47D50D6B3AC}"/>
          </ac:grpSpMkLst>
        </pc:grpChg>
        <pc:grpChg chg="del mod">
          <ac:chgData name="Manuel Casillas" userId="cc0ef865b6a61cf1" providerId="LiveId" clId="{69EE43AA-446E-4E44-B8AE-E4F47F31779F}" dt="2025-08-01T17:16:32.173" v="74"/>
          <ac:grpSpMkLst>
            <pc:docMk/>
            <pc:sldMk cId="84175319" sldId="267"/>
            <ac:grpSpMk id="50" creationId="{4683647F-2FC3-F027-2CB9-441DB9371822}"/>
          </ac:grpSpMkLst>
        </pc:grpChg>
        <pc:grpChg chg="del mod">
          <ac:chgData name="Manuel Casillas" userId="cc0ef865b6a61cf1" providerId="LiveId" clId="{69EE43AA-446E-4E44-B8AE-E4F47F31779F}" dt="2025-08-01T17:16:34.415" v="82"/>
          <ac:grpSpMkLst>
            <pc:docMk/>
            <pc:sldMk cId="84175319" sldId="267"/>
            <ac:grpSpMk id="77" creationId="{9C75F408-AE2E-B360-EA08-B64343AAFC79}"/>
          </ac:grpSpMkLst>
        </pc:grpChg>
        <pc:grpChg chg="mod">
          <ac:chgData name="Manuel Casillas" userId="cc0ef865b6a61cf1" providerId="LiveId" clId="{69EE43AA-446E-4E44-B8AE-E4F47F31779F}" dt="2025-08-01T17:16:34.415" v="82"/>
          <ac:grpSpMkLst>
            <pc:docMk/>
            <pc:sldMk cId="84175319" sldId="267"/>
            <ac:grpSpMk id="85" creationId="{5A8F0638-6824-F170-DDEB-1A40A08C3FC5}"/>
          </ac:grpSpMkLst>
        </pc:grpChg>
        <pc:grpChg chg="mod">
          <ac:chgData name="Manuel Casillas" userId="cc0ef865b6a61cf1" providerId="LiveId" clId="{69EE43AA-446E-4E44-B8AE-E4F47F31779F}" dt="2025-08-01T17:16:40.247" v="89"/>
          <ac:grpSpMkLst>
            <pc:docMk/>
            <pc:sldMk cId="84175319" sldId="267"/>
            <ac:grpSpMk id="92" creationId="{B1F51003-B654-1275-5147-F2EA8C84B5BF}"/>
          </ac:grpSpMkLst>
        </pc:grpChg>
        <pc:grpChg chg="mod">
          <ac:chgData name="Manuel Casillas" userId="cc0ef865b6a61cf1" providerId="LiveId" clId="{69EE43AA-446E-4E44-B8AE-E4F47F31779F}" dt="2025-08-01T17:16:42.916" v="94"/>
          <ac:grpSpMkLst>
            <pc:docMk/>
            <pc:sldMk cId="84175319" sldId="267"/>
            <ac:grpSpMk id="97" creationId="{EDFEA5B9-1AE6-29FF-57FF-A3ECBE926DAD}"/>
          </ac:grpSpMkLst>
        </pc:grpChg>
        <pc:grpChg chg="del mod">
          <ac:chgData name="Manuel Casillas" userId="cc0ef865b6a61cf1" providerId="LiveId" clId="{69EE43AA-446E-4E44-B8AE-E4F47F31779F}" dt="2025-08-01T17:18:54.537" v="110"/>
          <ac:grpSpMkLst>
            <pc:docMk/>
            <pc:sldMk cId="84175319" sldId="267"/>
            <ac:grpSpMk id="104" creationId="{6997A2CA-9B26-F5CC-34F8-3D9C024A6AAC}"/>
          </ac:grpSpMkLst>
        </pc:grpChg>
        <pc:grpChg chg="del mod">
          <ac:chgData name="Manuel Casillas" userId="cc0ef865b6a61cf1" providerId="LiveId" clId="{69EE43AA-446E-4E44-B8AE-E4F47F31779F}" dt="2025-08-01T17:18:54.537" v="110"/>
          <ac:grpSpMkLst>
            <pc:docMk/>
            <pc:sldMk cId="84175319" sldId="267"/>
            <ac:grpSpMk id="111" creationId="{80476B97-6102-D69A-D70D-EB94CC2FBBAA}"/>
          </ac:grpSpMkLst>
        </pc:grpChg>
        <pc:grpChg chg="del mod">
          <ac:chgData name="Manuel Casillas" userId="cc0ef865b6a61cf1" providerId="LiveId" clId="{69EE43AA-446E-4E44-B8AE-E4F47F31779F}" dt="2025-08-01T17:21:47.009" v="218"/>
          <ac:grpSpMkLst>
            <pc:docMk/>
            <pc:sldMk cId="84175319" sldId="267"/>
            <ac:grpSpMk id="113" creationId="{B3736911-B7AC-CCF8-D0DF-53DDC7BC30E0}"/>
          </ac:grpSpMkLst>
        </pc:grpChg>
        <pc:grpChg chg="del mod">
          <ac:chgData name="Manuel Casillas" userId="cc0ef865b6a61cf1" providerId="LiveId" clId="{69EE43AA-446E-4E44-B8AE-E4F47F31779F}" dt="2025-08-01T17:19:58.080" v="143"/>
          <ac:grpSpMkLst>
            <pc:docMk/>
            <pc:sldMk cId="84175319" sldId="267"/>
            <ac:grpSpMk id="123" creationId="{5118ABAB-1856-9D89-A560-BA58CAA90C28}"/>
          </ac:grpSpMkLst>
        </pc:grpChg>
        <pc:grpChg chg="del mod">
          <ac:chgData name="Manuel Casillas" userId="cc0ef865b6a61cf1" providerId="LiveId" clId="{69EE43AA-446E-4E44-B8AE-E4F47F31779F}" dt="2025-08-01T17:22:00.663" v="227"/>
          <ac:grpSpMkLst>
            <pc:docMk/>
            <pc:sldMk cId="84175319" sldId="267"/>
            <ac:grpSpMk id="129" creationId="{2056164C-4B33-8097-E002-251CA74F8D88}"/>
          </ac:grpSpMkLst>
        </pc:grpChg>
        <pc:grpChg chg="del mod">
          <ac:chgData name="Manuel Casillas" userId="cc0ef865b6a61cf1" providerId="LiveId" clId="{69EE43AA-446E-4E44-B8AE-E4F47F31779F}" dt="2025-08-01T17:20:34.133" v="158"/>
          <ac:grpSpMkLst>
            <pc:docMk/>
            <pc:sldMk cId="84175319" sldId="267"/>
            <ac:grpSpMk id="142" creationId="{6015CFE3-4287-A616-A400-325D0ABDCAFE}"/>
          </ac:grpSpMkLst>
        </pc:grpChg>
        <pc:grpChg chg="del mod">
          <ac:chgData name="Manuel Casillas" userId="cc0ef865b6a61cf1" providerId="LiveId" clId="{69EE43AA-446E-4E44-B8AE-E4F47F31779F}" dt="2025-08-01T17:20:34.133" v="158"/>
          <ac:grpSpMkLst>
            <pc:docMk/>
            <pc:sldMk cId="84175319" sldId="267"/>
            <ac:grpSpMk id="143" creationId="{CA1A173D-DB51-964A-8AD7-4041E0248E65}"/>
          </ac:grpSpMkLst>
        </pc:grpChg>
        <pc:grpChg chg="del mod">
          <ac:chgData name="Manuel Casillas" userId="cc0ef865b6a61cf1" providerId="LiveId" clId="{69EE43AA-446E-4E44-B8AE-E4F47F31779F}" dt="2025-08-01T17:20:34.133" v="158"/>
          <ac:grpSpMkLst>
            <pc:docMk/>
            <pc:sldMk cId="84175319" sldId="267"/>
            <ac:grpSpMk id="147" creationId="{B9458251-8CDA-383E-00F2-B0BAC89762C8}"/>
          </ac:grpSpMkLst>
        </pc:grpChg>
        <pc:grpChg chg="mod">
          <ac:chgData name="Manuel Casillas" userId="cc0ef865b6a61cf1" providerId="LiveId" clId="{69EE43AA-446E-4E44-B8AE-E4F47F31779F}" dt="2025-08-01T17:20:25.005" v="150"/>
          <ac:grpSpMkLst>
            <pc:docMk/>
            <pc:sldMk cId="84175319" sldId="267"/>
            <ac:grpSpMk id="154" creationId="{F05FD5D8-0B4E-1329-214B-6D86333CA115}"/>
          </ac:grpSpMkLst>
        </pc:grpChg>
        <pc:grpChg chg="mod">
          <ac:chgData name="Manuel Casillas" userId="cc0ef865b6a61cf1" providerId="LiveId" clId="{69EE43AA-446E-4E44-B8AE-E4F47F31779F}" dt="2025-08-01T17:20:27.168" v="153"/>
          <ac:grpSpMkLst>
            <pc:docMk/>
            <pc:sldMk cId="84175319" sldId="267"/>
            <ac:grpSpMk id="157" creationId="{E81E5C0C-E299-3D83-0B65-750FB23D8F59}"/>
          </ac:grpSpMkLst>
        </pc:grpChg>
        <pc:grpChg chg="del mod">
          <ac:chgData name="Manuel Casillas" userId="cc0ef865b6a61cf1" providerId="LiveId" clId="{69EE43AA-446E-4E44-B8AE-E4F47F31779F}" dt="2025-08-01T17:20:36.479" v="164"/>
          <ac:grpSpMkLst>
            <pc:docMk/>
            <pc:sldMk cId="84175319" sldId="267"/>
            <ac:grpSpMk id="162" creationId="{34BCB22C-CE66-0BCF-8441-7707806127DD}"/>
          </ac:grpSpMkLst>
        </pc:grpChg>
        <pc:grpChg chg="del mod">
          <ac:chgData name="Manuel Casillas" userId="cc0ef865b6a61cf1" providerId="LiveId" clId="{69EE43AA-446E-4E44-B8AE-E4F47F31779F}" dt="2025-08-01T17:20:53.295" v="170"/>
          <ac:grpSpMkLst>
            <pc:docMk/>
            <pc:sldMk cId="84175319" sldId="267"/>
            <ac:grpSpMk id="168" creationId="{B8564E46-7FEE-632F-B7E2-8B8C790FF4E7}"/>
          </ac:grpSpMkLst>
        </pc:grpChg>
        <pc:grpChg chg="del mod">
          <ac:chgData name="Manuel Casillas" userId="cc0ef865b6a61cf1" providerId="LiveId" clId="{69EE43AA-446E-4E44-B8AE-E4F47F31779F}" dt="2025-08-01T17:20:53.295" v="170"/>
          <ac:grpSpMkLst>
            <pc:docMk/>
            <pc:sldMk cId="84175319" sldId="267"/>
            <ac:grpSpMk id="174" creationId="{F33C20EE-3EC1-212D-C342-EF81D5E88C15}"/>
          </ac:grpSpMkLst>
        </pc:grpChg>
        <pc:grpChg chg="del mod">
          <ac:chgData name="Manuel Casillas" userId="cc0ef865b6a61cf1" providerId="LiveId" clId="{69EE43AA-446E-4E44-B8AE-E4F47F31779F}" dt="2025-08-01T17:20:59.237" v="173"/>
          <ac:grpSpMkLst>
            <pc:docMk/>
            <pc:sldMk cId="84175319" sldId="267"/>
            <ac:grpSpMk id="175" creationId="{FA1D699F-B3EC-E16B-C3C2-99B7639D53FC}"/>
          </ac:grpSpMkLst>
        </pc:grpChg>
        <pc:grpChg chg="del mod">
          <ac:chgData name="Manuel Casillas" userId="cc0ef865b6a61cf1" providerId="LiveId" clId="{69EE43AA-446E-4E44-B8AE-E4F47F31779F}" dt="2025-08-01T17:22:00.663" v="227"/>
          <ac:grpSpMkLst>
            <pc:docMk/>
            <pc:sldMk cId="84175319" sldId="267"/>
            <ac:grpSpMk id="178" creationId="{3C0EB390-CB56-8484-18F0-BA2ADBD4F3C9}"/>
          </ac:grpSpMkLst>
        </pc:grpChg>
        <pc:grpChg chg="del mod">
          <ac:chgData name="Manuel Casillas" userId="cc0ef865b6a61cf1" providerId="LiveId" clId="{69EE43AA-446E-4E44-B8AE-E4F47F31779F}" dt="2025-08-01T17:21:06.649" v="179"/>
          <ac:grpSpMkLst>
            <pc:docMk/>
            <pc:sldMk cId="84175319" sldId="267"/>
            <ac:grpSpMk id="182" creationId="{4E8CFE9E-D364-A300-15CC-4B896C37CA48}"/>
          </ac:grpSpMkLst>
        </pc:grpChg>
        <pc:grpChg chg="del mod">
          <ac:chgData name="Manuel Casillas" userId="cc0ef865b6a61cf1" providerId="LiveId" clId="{69EE43AA-446E-4E44-B8AE-E4F47F31779F}" dt="2025-08-01T17:22:00.663" v="227"/>
          <ac:grpSpMkLst>
            <pc:docMk/>
            <pc:sldMk cId="84175319" sldId="267"/>
            <ac:grpSpMk id="184" creationId="{E9F2A4D8-ABAD-4A45-1334-E32B577602DA}"/>
          </ac:grpSpMkLst>
        </pc:grpChg>
        <pc:grpChg chg="del mod">
          <ac:chgData name="Manuel Casillas" userId="cc0ef865b6a61cf1" providerId="LiveId" clId="{69EE43AA-446E-4E44-B8AE-E4F47F31779F}" dt="2025-08-01T17:21:12.149" v="185"/>
          <ac:grpSpMkLst>
            <pc:docMk/>
            <pc:sldMk cId="84175319" sldId="267"/>
            <ac:grpSpMk id="187" creationId="{E2E71CEE-C06D-4E4B-5E03-590AAD425C03}"/>
          </ac:grpSpMkLst>
        </pc:grpChg>
        <pc:grpChg chg="del mod">
          <ac:chgData name="Manuel Casillas" userId="cc0ef865b6a61cf1" providerId="LiveId" clId="{69EE43AA-446E-4E44-B8AE-E4F47F31779F}" dt="2025-08-01T17:22:00.663" v="227"/>
          <ac:grpSpMkLst>
            <pc:docMk/>
            <pc:sldMk cId="84175319" sldId="267"/>
            <ac:grpSpMk id="190" creationId="{49936AFE-ADD0-0E52-B100-59950694C793}"/>
          </ac:grpSpMkLst>
        </pc:grpChg>
        <pc:grpChg chg="del mod">
          <ac:chgData name="Manuel Casillas" userId="cc0ef865b6a61cf1" providerId="LiveId" clId="{69EE43AA-446E-4E44-B8AE-E4F47F31779F}" dt="2025-08-01T17:22:00.663" v="227"/>
          <ac:grpSpMkLst>
            <pc:docMk/>
            <pc:sldMk cId="84175319" sldId="267"/>
            <ac:grpSpMk id="198" creationId="{BDA92CAE-41A3-04E5-7B1C-04CEBE7F022E}"/>
          </ac:grpSpMkLst>
        </pc:grpChg>
        <pc:grpChg chg="del mod">
          <ac:chgData name="Manuel Casillas" userId="cc0ef865b6a61cf1" providerId="LiveId" clId="{69EE43AA-446E-4E44-B8AE-E4F47F31779F}" dt="2025-08-01T17:23:33.587" v="229"/>
          <ac:grpSpMkLst>
            <pc:docMk/>
            <pc:sldMk cId="84175319" sldId="267"/>
            <ac:grpSpMk id="211" creationId="{3BDF8652-FE7B-8A66-50CB-940EC946BEF4}"/>
          </ac:grpSpMkLst>
        </pc:grpChg>
        <pc:grpChg chg="del mod">
          <ac:chgData name="Manuel Casillas" userId="cc0ef865b6a61cf1" providerId="LiveId" clId="{69EE43AA-446E-4E44-B8AE-E4F47F31779F}" dt="2025-08-01T17:23:45.964" v="231"/>
          <ac:grpSpMkLst>
            <pc:docMk/>
            <pc:sldMk cId="84175319" sldId="267"/>
            <ac:grpSpMk id="221" creationId="{E63D7229-F17A-995B-2D7B-B1954A8B47AE}"/>
          </ac:grpSpMkLst>
        </pc:grpChg>
        <pc:grpChg chg="del mod">
          <ac:chgData name="Manuel Casillas" userId="cc0ef865b6a61cf1" providerId="LiveId" clId="{69EE43AA-446E-4E44-B8AE-E4F47F31779F}" dt="2025-08-01T17:23:59.442" v="236"/>
          <ac:grpSpMkLst>
            <pc:docMk/>
            <pc:sldMk cId="84175319" sldId="267"/>
            <ac:grpSpMk id="223" creationId="{25F66147-B8C7-22D4-9A8B-96091B0F8493}"/>
          </ac:grpSpMkLst>
        </pc:grpChg>
        <pc:grpChg chg="del mod">
          <ac:chgData name="Manuel Casillas" userId="cc0ef865b6a61cf1" providerId="LiveId" clId="{69EE43AA-446E-4E44-B8AE-E4F47F31779F}" dt="2025-08-01T17:22:00.663" v="227"/>
          <ac:grpSpMkLst>
            <pc:docMk/>
            <pc:sldMk cId="84175319" sldId="267"/>
            <ac:grpSpMk id="230" creationId="{A1851EC1-0F5C-8DB3-915A-0EF9B22AB48B}"/>
          </ac:grpSpMkLst>
        </pc:grpChg>
        <pc:grpChg chg="del mod">
          <ac:chgData name="Manuel Casillas" userId="cc0ef865b6a61cf1" providerId="LiveId" clId="{69EE43AA-446E-4E44-B8AE-E4F47F31779F}" dt="2025-08-01T17:24:09.988" v="238"/>
          <ac:grpSpMkLst>
            <pc:docMk/>
            <pc:sldMk cId="84175319" sldId="267"/>
            <ac:grpSpMk id="232" creationId="{1A0EE9E7-E30F-7B77-90FD-D93C2D1F1F80}"/>
          </ac:grpSpMkLst>
        </pc:grpChg>
        <pc:grpChg chg="del mod">
          <ac:chgData name="Manuel Casillas" userId="cc0ef865b6a61cf1" providerId="LiveId" clId="{69EE43AA-446E-4E44-B8AE-E4F47F31779F}" dt="2025-08-01T17:23:45.964" v="231"/>
          <ac:grpSpMkLst>
            <pc:docMk/>
            <pc:sldMk cId="84175319" sldId="267"/>
            <ac:grpSpMk id="234" creationId="{9A43A459-70FA-F545-0A77-47C45F5C89E6}"/>
          </ac:grpSpMkLst>
        </pc:grpChg>
        <pc:grpChg chg="del mod">
          <ac:chgData name="Manuel Casillas" userId="cc0ef865b6a61cf1" providerId="LiveId" clId="{69EE43AA-446E-4E44-B8AE-E4F47F31779F}" dt="2025-08-01T17:23:47.894" v="233"/>
          <ac:grpSpMkLst>
            <pc:docMk/>
            <pc:sldMk cId="84175319" sldId="267"/>
            <ac:grpSpMk id="236" creationId="{44ADEABB-3538-FAC2-5B3A-2769F11D07F7}"/>
          </ac:grpSpMkLst>
        </pc:grpChg>
        <pc:grpChg chg="del mod">
          <ac:chgData name="Manuel Casillas" userId="cc0ef865b6a61cf1" providerId="LiveId" clId="{69EE43AA-446E-4E44-B8AE-E4F47F31779F}" dt="2025-08-01T17:26:00.383" v="259"/>
          <ac:grpSpMkLst>
            <pc:docMk/>
            <pc:sldMk cId="84175319" sldId="267"/>
            <ac:grpSpMk id="238" creationId="{6E59CD14-F232-0F23-E966-B22065927023}"/>
          </ac:grpSpMkLst>
        </pc:grpChg>
        <pc:grpChg chg="mod">
          <ac:chgData name="Manuel Casillas" userId="cc0ef865b6a61cf1" providerId="LiveId" clId="{69EE43AA-446E-4E44-B8AE-E4F47F31779F}" dt="2025-08-01T17:23:59.442" v="236"/>
          <ac:grpSpMkLst>
            <pc:docMk/>
            <pc:sldMk cId="84175319" sldId="267"/>
            <ac:grpSpMk id="241" creationId="{C7A2BE14-66E5-74AF-BD11-CDF47D79BAF9}"/>
          </ac:grpSpMkLst>
        </pc:grpChg>
        <pc:grpChg chg="del mod">
          <ac:chgData name="Manuel Casillas" userId="cc0ef865b6a61cf1" providerId="LiveId" clId="{69EE43AA-446E-4E44-B8AE-E4F47F31779F}" dt="2025-08-01T17:24:34.399" v="257"/>
          <ac:grpSpMkLst>
            <pc:docMk/>
            <pc:sldMk cId="84175319" sldId="267"/>
            <ac:grpSpMk id="243" creationId="{4A7D261E-04A6-676C-4DA9-D168B9D9935D}"/>
          </ac:grpSpMkLst>
        </pc:grpChg>
        <pc:grpChg chg="del mod">
          <ac:chgData name="Manuel Casillas" userId="cc0ef865b6a61cf1" providerId="LiveId" clId="{69EE43AA-446E-4E44-B8AE-E4F47F31779F}" dt="2025-08-01T17:26:00.383" v="259"/>
          <ac:grpSpMkLst>
            <pc:docMk/>
            <pc:sldMk cId="84175319" sldId="267"/>
            <ac:grpSpMk id="251" creationId="{498AEFB7-3B85-8DC0-09FD-1E9F5433A966}"/>
          </ac:grpSpMkLst>
        </pc:grpChg>
        <pc:grpChg chg="del mod">
          <ac:chgData name="Manuel Casillas" userId="cc0ef865b6a61cf1" providerId="LiveId" clId="{69EE43AA-446E-4E44-B8AE-E4F47F31779F}" dt="2025-08-01T17:24:34.399" v="257"/>
          <ac:grpSpMkLst>
            <pc:docMk/>
            <pc:sldMk cId="84175319" sldId="267"/>
            <ac:grpSpMk id="262" creationId="{BD45CEED-52A4-90F2-2B78-974B049E2A51}"/>
          </ac:grpSpMkLst>
        </pc:grpChg>
        <pc:grpChg chg="del mod">
          <ac:chgData name="Manuel Casillas" userId="cc0ef865b6a61cf1" providerId="LiveId" clId="{69EE43AA-446E-4E44-B8AE-E4F47F31779F}" dt="2025-08-01T17:26:00.383" v="259"/>
          <ac:grpSpMkLst>
            <pc:docMk/>
            <pc:sldMk cId="84175319" sldId="267"/>
            <ac:grpSpMk id="263" creationId="{428ED3F1-B302-309D-E6B4-2010BE43C747}"/>
          </ac:grpSpMkLst>
        </pc:grpChg>
        <pc:grpChg chg="del mod">
          <ac:chgData name="Manuel Casillas" userId="cc0ef865b6a61cf1" providerId="LiveId" clId="{69EE43AA-446E-4E44-B8AE-E4F47F31779F}" dt="2025-08-01T17:26:56.139" v="267"/>
          <ac:grpSpMkLst>
            <pc:docMk/>
            <pc:sldMk cId="84175319" sldId="267"/>
            <ac:grpSpMk id="265" creationId="{9D01A28E-51BE-A1A3-3B6B-915F901C0E08}"/>
          </ac:grpSpMkLst>
        </pc:grpChg>
        <pc:grpChg chg="del mod">
          <ac:chgData name="Manuel Casillas" userId="cc0ef865b6a61cf1" providerId="LiveId" clId="{69EE43AA-446E-4E44-B8AE-E4F47F31779F}" dt="2025-08-01T17:26:52.747" v="264"/>
          <ac:grpSpMkLst>
            <pc:docMk/>
            <pc:sldMk cId="84175319" sldId="267"/>
            <ac:grpSpMk id="268" creationId="{80555566-8D7E-D791-1A30-9E128BD8AEB6}"/>
          </ac:grpSpMkLst>
        </pc:grpChg>
        <pc:grpChg chg="del mod">
          <ac:chgData name="Manuel Casillas" userId="cc0ef865b6a61cf1" providerId="LiveId" clId="{69EE43AA-446E-4E44-B8AE-E4F47F31779F}" dt="2025-08-01T17:26:56.139" v="267"/>
          <ac:grpSpMkLst>
            <pc:docMk/>
            <pc:sldMk cId="84175319" sldId="267"/>
            <ac:grpSpMk id="270" creationId="{CF47C434-58E9-4282-56A4-F5B744C18AF2}"/>
          </ac:grpSpMkLst>
        </pc:grpChg>
        <pc:grpChg chg="del mod">
          <ac:chgData name="Manuel Casillas" userId="cc0ef865b6a61cf1" providerId="LiveId" clId="{69EE43AA-446E-4E44-B8AE-E4F47F31779F}" dt="2025-08-01T17:27:06.453" v="269"/>
          <ac:grpSpMkLst>
            <pc:docMk/>
            <pc:sldMk cId="84175319" sldId="267"/>
            <ac:grpSpMk id="273" creationId="{32979C58-6009-D3C3-522D-81D3AB1F554E}"/>
          </ac:grpSpMkLst>
        </pc:grpChg>
        <pc:grpChg chg="del mod">
          <ac:chgData name="Manuel Casillas" userId="cc0ef865b6a61cf1" providerId="LiveId" clId="{69EE43AA-446E-4E44-B8AE-E4F47F31779F}" dt="2025-08-01T17:27:17.908" v="274"/>
          <ac:grpSpMkLst>
            <pc:docMk/>
            <pc:sldMk cId="84175319" sldId="267"/>
            <ac:grpSpMk id="275" creationId="{6123E538-C8E5-2342-F0D5-ECA9188778CC}"/>
          </ac:grpSpMkLst>
        </pc:grpChg>
        <pc:grpChg chg="del mod">
          <ac:chgData name="Manuel Casillas" userId="cc0ef865b6a61cf1" providerId="LiveId" clId="{69EE43AA-446E-4E44-B8AE-E4F47F31779F}" dt="2025-08-01T17:27:20.016" v="276"/>
          <ac:grpSpMkLst>
            <pc:docMk/>
            <pc:sldMk cId="84175319" sldId="267"/>
            <ac:grpSpMk id="280" creationId="{AE7D354A-EF0C-60E9-2BEA-2232896A1C0E}"/>
          </ac:grpSpMkLst>
        </pc:grpChg>
        <pc:grpChg chg="mod">
          <ac:chgData name="Manuel Casillas" userId="cc0ef865b6a61cf1" providerId="LiveId" clId="{69EE43AA-446E-4E44-B8AE-E4F47F31779F}" dt="2025-08-01T17:27:20.016" v="276"/>
          <ac:grpSpMkLst>
            <pc:docMk/>
            <pc:sldMk cId="84175319" sldId="267"/>
            <ac:grpSpMk id="282" creationId="{F061E907-3038-C7D7-FE49-91A4C134CC38}"/>
          </ac:grpSpMkLst>
        </pc:grpChg>
        <pc:inkChg chg="add mod">
          <ac:chgData name="Manuel Casillas" userId="cc0ef865b6a61cf1" providerId="LiveId" clId="{69EE43AA-446E-4E44-B8AE-E4F47F31779F}" dt="2025-08-01T17:16:34.415" v="82"/>
          <ac:inkMkLst>
            <pc:docMk/>
            <pc:sldMk cId="84175319" sldId="267"/>
            <ac:inkMk id="2" creationId="{9A2F0A62-3E44-F033-2540-61EEF032A09F}"/>
          </ac:inkMkLst>
        </pc:inkChg>
        <pc:inkChg chg="add mod">
          <ac:chgData name="Manuel Casillas" userId="cc0ef865b6a61cf1" providerId="LiveId" clId="{69EE43AA-446E-4E44-B8AE-E4F47F31779F}" dt="2025-08-01T17:16:09.003" v="47"/>
          <ac:inkMkLst>
            <pc:docMk/>
            <pc:sldMk cId="84175319" sldId="267"/>
            <ac:inkMk id="3" creationId="{A260E8D1-7AEF-DFE5-1EF2-331536135895}"/>
          </ac:inkMkLst>
        </pc:inkChg>
        <pc:inkChg chg="add mod">
          <ac:chgData name="Manuel Casillas" userId="cc0ef865b6a61cf1" providerId="LiveId" clId="{69EE43AA-446E-4E44-B8AE-E4F47F31779F}" dt="2025-08-01T17:16:34.415" v="82"/>
          <ac:inkMkLst>
            <pc:docMk/>
            <pc:sldMk cId="84175319" sldId="267"/>
            <ac:inkMk id="4" creationId="{F2A697B5-6A84-8D09-F877-77A93F4B8D8C}"/>
          </ac:inkMkLst>
        </pc:inkChg>
        <pc:inkChg chg="add">
          <ac:chgData name="Manuel Casillas" userId="cc0ef865b6a61cf1" providerId="LiveId" clId="{69EE43AA-446E-4E44-B8AE-E4F47F31779F}" dt="2025-08-01T17:15:31.015" v="4" actId="9405"/>
          <ac:inkMkLst>
            <pc:docMk/>
            <pc:sldMk cId="84175319" sldId="267"/>
            <ac:inkMk id="5" creationId="{A8981C52-35C4-A710-E1F2-E2C4D301F72C}"/>
          </ac:inkMkLst>
        </pc:inkChg>
        <pc:inkChg chg="add mod">
          <ac:chgData name="Manuel Casillas" userId="cc0ef865b6a61cf1" providerId="LiveId" clId="{69EE43AA-446E-4E44-B8AE-E4F47F31779F}" dt="2025-08-01T17:16:09.003" v="47"/>
          <ac:inkMkLst>
            <pc:docMk/>
            <pc:sldMk cId="84175319" sldId="267"/>
            <ac:inkMk id="6" creationId="{0F4E8A19-79BF-7352-FEC5-47A8A653B9AA}"/>
          </ac:inkMkLst>
        </pc:inkChg>
        <pc:inkChg chg="add mod">
          <ac:chgData name="Manuel Casillas" userId="cc0ef865b6a61cf1" providerId="LiveId" clId="{69EE43AA-446E-4E44-B8AE-E4F47F31779F}" dt="2025-08-01T17:15:33.082" v="11"/>
          <ac:inkMkLst>
            <pc:docMk/>
            <pc:sldMk cId="84175319" sldId="267"/>
            <ac:inkMk id="7" creationId="{3729AB93-783F-3D7B-F4F7-D014E39A0A4E}"/>
          </ac:inkMkLst>
        </pc:inkChg>
        <pc:inkChg chg="add mod">
          <ac:chgData name="Manuel Casillas" userId="cc0ef865b6a61cf1" providerId="LiveId" clId="{69EE43AA-446E-4E44-B8AE-E4F47F31779F}" dt="2025-08-01T17:16:32.173" v="74"/>
          <ac:inkMkLst>
            <pc:docMk/>
            <pc:sldMk cId="84175319" sldId="267"/>
            <ac:inkMk id="8" creationId="{B63D3716-238E-2787-5152-A7F7B1BFAD25}"/>
          </ac:inkMkLst>
        </pc:inkChg>
        <pc:inkChg chg="add mod">
          <ac:chgData name="Manuel Casillas" userId="cc0ef865b6a61cf1" providerId="LiveId" clId="{69EE43AA-446E-4E44-B8AE-E4F47F31779F}" dt="2025-08-01T17:16:09.003" v="47"/>
          <ac:inkMkLst>
            <pc:docMk/>
            <pc:sldMk cId="84175319" sldId="267"/>
            <ac:inkMk id="9" creationId="{07982DCD-4621-F565-B6FF-4ECF26CECBE4}"/>
          </ac:inkMkLst>
        </pc:inkChg>
        <pc:inkChg chg="add mod">
          <ac:chgData name="Manuel Casillas" userId="cc0ef865b6a61cf1" providerId="LiveId" clId="{69EE43AA-446E-4E44-B8AE-E4F47F31779F}" dt="2025-08-01T17:16:32.173" v="74"/>
          <ac:inkMkLst>
            <pc:docMk/>
            <pc:sldMk cId="84175319" sldId="267"/>
            <ac:inkMk id="10" creationId="{DB03A9F8-3E05-959B-F4DB-140EF04A509C}"/>
          </ac:inkMkLst>
        </pc:inkChg>
        <pc:inkChg chg="add">
          <ac:chgData name="Manuel Casillas" userId="cc0ef865b6a61cf1" providerId="LiveId" clId="{69EE43AA-446E-4E44-B8AE-E4F47F31779F}" dt="2025-08-01T17:15:32.516" v="10" actId="9405"/>
          <ac:inkMkLst>
            <pc:docMk/>
            <pc:sldMk cId="84175319" sldId="267"/>
            <ac:inkMk id="11" creationId="{39E15062-0BF4-9B97-B6FC-D3B82321D283}"/>
          </ac:inkMkLst>
        </pc:inkChg>
        <pc:inkChg chg="add mod">
          <ac:chgData name="Manuel Casillas" userId="cc0ef865b6a61cf1" providerId="LiveId" clId="{69EE43AA-446E-4E44-B8AE-E4F47F31779F}" dt="2025-08-01T17:15:39.892" v="22"/>
          <ac:inkMkLst>
            <pc:docMk/>
            <pc:sldMk cId="84175319" sldId="267"/>
            <ac:inkMk id="14" creationId="{ADB6313A-E0FC-B58E-C940-809857C9FF69}"/>
          </ac:inkMkLst>
        </pc:inkChg>
        <pc:inkChg chg="add mod">
          <ac:chgData name="Manuel Casillas" userId="cc0ef865b6a61cf1" providerId="LiveId" clId="{69EE43AA-446E-4E44-B8AE-E4F47F31779F}" dt="2025-08-01T17:15:39.892" v="22"/>
          <ac:inkMkLst>
            <pc:docMk/>
            <pc:sldMk cId="84175319" sldId="267"/>
            <ac:inkMk id="15" creationId="{83D8FFF8-CFF4-D77A-644C-D5733932E3F7}"/>
          </ac:inkMkLst>
        </pc:inkChg>
        <pc:inkChg chg="add mod">
          <ac:chgData name="Manuel Casillas" userId="cc0ef865b6a61cf1" providerId="LiveId" clId="{69EE43AA-446E-4E44-B8AE-E4F47F31779F}" dt="2025-08-01T17:15:56.773" v="45"/>
          <ac:inkMkLst>
            <pc:docMk/>
            <pc:sldMk cId="84175319" sldId="267"/>
            <ac:inkMk id="16" creationId="{923E1A27-A20C-C269-7FB7-A88066F3C38A}"/>
          </ac:inkMkLst>
        </pc:inkChg>
        <pc:inkChg chg="add mod">
          <ac:chgData name="Manuel Casillas" userId="cc0ef865b6a61cf1" providerId="LiveId" clId="{69EE43AA-446E-4E44-B8AE-E4F47F31779F}" dt="2025-08-01T17:15:39.892" v="22"/>
          <ac:inkMkLst>
            <pc:docMk/>
            <pc:sldMk cId="84175319" sldId="267"/>
            <ac:inkMk id="17" creationId="{ABB48A65-5F07-A9B2-93AD-679997E28750}"/>
          </ac:inkMkLst>
        </pc:inkChg>
        <pc:inkChg chg="add mod">
          <ac:chgData name="Manuel Casillas" userId="cc0ef865b6a61cf1" providerId="LiveId" clId="{69EE43AA-446E-4E44-B8AE-E4F47F31779F}" dt="2025-08-01T17:15:39.892" v="22"/>
          <ac:inkMkLst>
            <pc:docMk/>
            <pc:sldMk cId="84175319" sldId="267"/>
            <ac:inkMk id="18" creationId="{3A71EF10-4E60-8B2C-E299-555B21602730}"/>
          </ac:inkMkLst>
        </pc:inkChg>
        <pc:inkChg chg="add">
          <ac:chgData name="Manuel Casillas" userId="cc0ef865b6a61cf1" providerId="LiveId" clId="{69EE43AA-446E-4E44-B8AE-E4F47F31779F}" dt="2025-08-01T17:15:38.160" v="17" actId="9405"/>
          <ac:inkMkLst>
            <pc:docMk/>
            <pc:sldMk cId="84175319" sldId="267"/>
            <ac:inkMk id="19" creationId="{012277F8-6DC7-6745-7614-CEFBC41E89B8}"/>
          </ac:inkMkLst>
        </pc:inkChg>
        <pc:inkChg chg="add mod">
          <ac:chgData name="Manuel Casillas" userId="cc0ef865b6a61cf1" providerId="LiveId" clId="{69EE43AA-446E-4E44-B8AE-E4F47F31779F}" dt="2025-08-01T17:15:56.773" v="45"/>
          <ac:inkMkLst>
            <pc:docMk/>
            <pc:sldMk cId="84175319" sldId="267"/>
            <ac:inkMk id="20" creationId="{50B170D1-6B34-F040-BDF5-7A7655A35A3F}"/>
          </ac:inkMkLst>
        </pc:inkChg>
        <pc:inkChg chg="add mod">
          <ac:chgData name="Manuel Casillas" userId="cc0ef865b6a61cf1" providerId="LiveId" clId="{69EE43AA-446E-4E44-B8AE-E4F47F31779F}" dt="2025-08-01T17:15:56.773" v="45"/>
          <ac:inkMkLst>
            <pc:docMk/>
            <pc:sldMk cId="84175319" sldId="267"/>
            <ac:inkMk id="21" creationId="{414DFD7A-CA33-EAFD-8DBD-4C5D8252FC7E}"/>
          </ac:inkMkLst>
        </pc:inkChg>
        <pc:inkChg chg="add mod">
          <ac:chgData name="Manuel Casillas" userId="cc0ef865b6a61cf1" providerId="LiveId" clId="{69EE43AA-446E-4E44-B8AE-E4F47F31779F}" dt="2025-08-01T17:15:56.773" v="45"/>
          <ac:inkMkLst>
            <pc:docMk/>
            <pc:sldMk cId="84175319" sldId="267"/>
            <ac:inkMk id="22" creationId="{79F86E44-640C-A6FD-5F76-FD7F11E999C6}"/>
          </ac:inkMkLst>
        </pc:inkChg>
        <pc:inkChg chg="add">
          <ac:chgData name="Manuel Casillas" userId="cc0ef865b6a61cf1" providerId="LiveId" clId="{69EE43AA-446E-4E44-B8AE-E4F47F31779F}" dt="2025-08-01T17:15:39.088" v="21" actId="9405"/>
          <ac:inkMkLst>
            <pc:docMk/>
            <pc:sldMk cId="84175319" sldId="267"/>
            <ac:inkMk id="23" creationId="{0C56C45C-1246-1076-F6AE-ABA2149C570B}"/>
          </ac:inkMkLst>
        </pc:inkChg>
        <pc:inkChg chg="add mod">
          <ac:chgData name="Manuel Casillas" userId="cc0ef865b6a61cf1" providerId="LiveId" clId="{69EE43AA-446E-4E44-B8AE-E4F47F31779F}" dt="2025-08-01T17:15:47.417" v="27"/>
          <ac:inkMkLst>
            <pc:docMk/>
            <pc:sldMk cId="84175319" sldId="267"/>
            <ac:inkMk id="26" creationId="{04B8FEEC-E166-4B77-6D1C-3A7FA85B8586}"/>
          </ac:inkMkLst>
        </pc:inkChg>
        <pc:inkChg chg="add mod">
          <ac:chgData name="Manuel Casillas" userId="cc0ef865b6a61cf1" providerId="LiveId" clId="{69EE43AA-446E-4E44-B8AE-E4F47F31779F}" dt="2025-08-01T17:15:47.417" v="27"/>
          <ac:inkMkLst>
            <pc:docMk/>
            <pc:sldMk cId="84175319" sldId="267"/>
            <ac:inkMk id="27" creationId="{20E9A687-6C86-CD34-51A1-572DF6FDEA8A}"/>
          </ac:inkMkLst>
        </pc:inkChg>
        <pc:inkChg chg="add mod">
          <ac:chgData name="Manuel Casillas" userId="cc0ef865b6a61cf1" providerId="LiveId" clId="{69EE43AA-446E-4E44-B8AE-E4F47F31779F}" dt="2025-08-01T17:15:56.773" v="45"/>
          <ac:inkMkLst>
            <pc:docMk/>
            <pc:sldMk cId="84175319" sldId="267"/>
            <ac:inkMk id="28" creationId="{A3690F33-8954-998A-E192-A855ECF315B0}"/>
          </ac:inkMkLst>
        </pc:inkChg>
        <pc:inkChg chg="add mod">
          <ac:chgData name="Manuel Casillas" userId="cc0ef865b6a61cf1" providerId="LiveId" clId="{69EE43AA-446E-4E44-B8AE-E4F47F31779F}" dt="2025-08-01T17:15:47.417" v="27"/>
          <ac:inkMkLst>
            <pc:docMk/>
            <pc:sldMk cId="84175319" sldId="267"/>
            <ac:inkMk id="29" creationId="{6FB5E9FE-322A-00AB-B033-BA2EAA2B1B33}"/>
          </ac:inkMkLst>
        </pc:inkChg>
        <pc:inkChg chg="add">
          <ac:chgData name="Manuel Casillas" userId="cc0ef865b6a61cf1" providerId="LiveId" clId="{69EE43AA-446E-4E44-B8AE-E4F47F31779F}" dt="2025-08-01T17:15:50.324" v="28" actId="9405"/>
          <ac:inkMkLst>
            <pc:docMk/>
            <pc:sldMk cId="84175319" sldId="267"/>
            <ac:inkMk id="31" creationId="{66A428C7-2EBD-2FCE-C51B-52B3138BCDE9}"/>
          </ac:inkMkLst>
        </pc:inkChg>
        <pc:inkChg chg="add">
          <ac:chgData name="Manuel Casillas" userId="cc0ef865b6a61cf1" providerId="LiveId" clId="{69EE43AA-446E-4E44-B8AE-E4F47F31779F}" dt="2025-08-01T17:15:50.965" v="29" actId="9405"/>
          <ac:inkMkLst>
            <pc:docMk/>
            <pc:sldMk cId="84175319" sldId="267"/>
            <ac:inkMk id="32" creationId="{BF6DF310-3999-32A3-CF0F-A42B0BD68CAB}"/>
          </ac:inkMkLst>
        </pc:inkChg>
        <pc:inkChg chg="add">
          <ac:chgData name="Manuel Casillas" userId="cc0ef865b6a61cf1" providerId="LiveId" clId="{69EE43AA-446E-4E44-B8AE-E4F47F31779F}" dt="2025-08-01T17:15:51.169" v="30" actId="9405"/>
          <ac:inkMkLst>
            <pc:docMk/>
            <pc:sldMk cId="84175319" sldId="267"/>
            <ac:inkMk id="33" creationId="{E9ECF542-B173-D2FE-D59D-0C56AB833269}"/>
          </ac:inkMkLst>
        </pc:inkChg>
        <pc:inkChg chg="add">
          <ac:chgData name="Manuel Casillas" userId="cc0ef865b6a61cf1" providerId="LiveId" clId="{69EE43AA-446E-4E44-B8AE-E4F47F31779F}" dt="2025-08-01T17:15:51.386" v="31" actId="9405"/>
          <ac:inkMkLst>
            <pc:docMk/>
            <pc:sldMk cId="84175319" sldId="267"/>
            <ac:inkMk id="34" creationId="{6CC7882C-56B6-BD28-A8D2-658A82E53B02}"/>
          </ac:inkMkLst>
        </pc:inkChg>
        <pc:inkChg chg="add">
          <ac:chgData name="Manuel Casillas" userId="cc0ef865b6a61cf1" providerId="LiveId" clId="{69EE43AA-446E-4E44-B8AE-E4F47F31779F}" dt="2025-08-01T17:15:51.619" v="32" actId="9405"/>
          <ac:inkMkLst>
            <pc:docMk/>
            <pc:sldMk cId="84175319" sldId="267"/>
            <ac:inkMk id="35" creationId="{42E0FB95-AD3F-8324-A5AD-8BE11B6C5CAD}"/>
          </ac:inkMkLst>
        </pc:inkChg>
        <pc:inkChg chg="add">
          <ac:chgData name="Manuel Casillas" userId="cc0ef865b6a61cf1" providerId="LiveId" clId="{69EE43AA-446E-4E44-B8AE-E4F47F31779F}" dt="2025-08-01T17:15:52.067" v="33" actId="9405"/>
          <ac:inkMkLst>
            <pc:docMk/>
            <pc:sldMk cId="84175319" sldId="267"/>
            <ac:inkMk id="36" creationId="{97E8A73A-98B4-E0CC-7AFD-9602B893F5B5}"/>
          </ac:inkMkLst>
        </pc:inkChg>
        <pc:inkChg chg="add">
          <ac:chgData name="Manuel Casillas" userId="cc0ef865b6a61cf1" providerId="LiveId" clId="{69EE43AA-446E-4E44-B8AE-E4F47F31779F}" dt="2025-08-01T17:15:52.207" v="34" actId="9405"/>
          <ac:inkMkLst>
            <pc:docMk/>
            <pc:sldMk cId="84175319" sldId="267"/>
            <ac:inkMk id="37" creationId="{9631D562-3578-6105-9139-E830F647F323}"/>
          </ac:inkMkLst>
        </pc:inkChg>
        <pc:inkChg chg="add">
          <ac:chgData name="Manuel Casillas" userId="cc0ef865b6a61cf1" providerId="LiveId" clId="{69EE43AA-446E-4E44-B8AE-E4F47F31779F}" dt="2025-08-01T17:15:52.349" v="35" actId="9405"/>
          <ac:inkMkLst>
            <pc:docMk/>
            <pc:sldMk cId="84175319" sldId="267"/>
            <ac:inkMk id="38" creationId="{6C26B500-BB25-4AE4-2FB0-48783088BFF8}"/>
          </ac:inkMkLst>
        </pc:inkChg>
        <pc:inkChg chg="add">
          <ac:chgData name="Manuel Casillas" userId="cc0ef865b6a61cf1" providerId="LiveId" clId="{69EE43AA-446E-4E44-B8AE-E4F47F31779F}" dt="2025-08-01T17:15:52.522" v="36" actId="9405"/>
          <ac:inkMkLst>
            <pc:docMk/>
            <pc:sldMk cId="84175319" sldId="267"/>
            <ac:inkMk id="39" creationId="{08E18A17-1689-86F1-34E2-89CEE4B11267}"/>
          </ac:inkMkLst>
        </pc:inkChg>
        <pc:inkChg chg="add">
          <ac:chgData name="Manuel Casillas" userId="cc0ef865b6a61cf1" providerId="LiveId" clId="{69EE43AA-446E-4E44-B8AE-E4F47F31779F}" dt="2025-08-01T17:15:52.677" v="37" actId="9405"/>
          <ac:inkMkLst>
            <pc:docMk/>
            <pc:sldMk cId="84175319" sldId="267"/>
            <ac:inkMk id="40" creationId="{107D0157-195B-7C19-4192-766D69AE1343}"/>
          </ac:inkMkLst>
        </pc:inkChg>
        <pc:inkChg chg="add">
          <ac:chgData name="Manuel Casillas" userId="cc0ef865b6a61cf1" providerId="LiveId" clId="{69EE43AA-446E-4E44-B8AE-E4F47F31779F}" dt="2025-08-01T17:15:54.325" v="38" actId="9405"/>
          <ac:inkMkLst>
            <pc:docMk/>
            <pc:sldMk cId="84175319" sldId="267"/>
            <ac:inkMk id="41" creationId="{2D2F9953-5DD9-7537-755F-E0B35E6F42F8}"/>
          </ac:inkMkLst>
        </pc:inkChg>
        <pc:inkChg chg="add">
          <ac:chgData name="Manuel Casillas" userId="cc0ef865b6a61cf1" providerId="LiveId" clId="{69EE43AA-446E-4E44-B8AE-E4F47F31779F}" dt="2025-08-01T17:15:54.868" v="39" actId="9405"/>
          <ac:inkMkLst>
            <pc:docMk/>
            <pc:sldMk cId="84175319" sldId="267"/>
            <ac:inkMk id="42" creationId="{34B5EB5D-4582-25EE-67C0-745FA2FCC869}"/>
          </ac:inkMkLst>
        </pc:inkChg>
        <pc:inkChg chg="add">
          <ac:chgData name="Manuel Casillas" userId="cc0ef865b6a61cf1" providerId="LiveId" clId="{69EE43AA-446E-4E44-B8AE-E4F47F31779F}" dt="2025-08-01T17:15:55.071" v="40" actId="9405"/>
          <ac:inkMkLst>
            <pc:docMk/>
            <pc:sldMk cId="84175319" sldId="267"/>
            <ac:inkMk id="43" creationId="{1B67C405-C455-B231-4822-FEB29E5E8AA1}"/>
          </ac:inkMkLst>
        </pc:inkChg>
        <pc:inkChg chg="add">
          <ac:chgData name="Manuel Casillas" userId="cc0ef865b6a61cf1" providerId="LiveId" clId="{69EE43AA-446E-4E44-B8AE-E4F47F31779F}" dt="2025-08-01T17:15:55.274" v="41" actId="9405"/>
          <ac:inkMkLst>
            <pc:docMk/>
            <pc:sldMk cId="84175319" sldId="267"/>
            <ac:inkMk id="44" creationId="{CD1E6A10-9461-A9B7-8666-2D2AB524D372}"/>
          </ac:inkMkLst>
        </pc:inkChg>
        <pc:inkChg chg="add">
          <ac:chgData name="Manuel Casillas" userId="cc0ef865b6a61cf1" providerId="LiveId" clId="{69EE43AA-446E-4E44-B8AE-E4F47F31779F}" dt="2025-08-01T17:15:55.477" v="42" actId="9405"/>
          <ac:inkMkLst>
            <pc:docMk/>
            <pc:sldMk cId="84175319" sldId="267"/>
            <ac:inkMk id="45" creationId="{2F144478-F76F-CB82-331E-1AD2D6184B80}"/>
          </ac:inkMkLst>
        </pc:inkChg>
        <pc:inkChg chg="add mod">
          <ac:chgData name="Manuel Casillas" userId="cc0ef865b6a61cf1" providerId="LiveId" clId="{69EE43AA-446E-4E44-B8AE-E4F47F31779F}" dt="2025-08-01T17:15:56.773" v="45"/>
          <ac:inkMkLst>
            <pc:docMk/>
            <pc:sldMk cId="84175319" sldId="267"/>
            <ac:inkMk id="46" creationId="{E48FD811-2715-BA4F-162B-5178C7BC5234}"/>
          </ac:inkMkLst>
        </pc:inkChg>
        <pc:inkChg chg="add">
          <ac:chgData name="Manuel Casillas" userId="cc0ef865b6a61cf1" providerId="LiveId" clId="{69EE43AA-446E-4E44-B8AE-E4F47F31779F}" dt="2025-08-01T17:15:55.805" v="44" actId="9405"/>
          <ac:inkMkLst>
            <pc:docMk/>
            <pc:sldMk cId="84175319" sldId="267"/>
            <ac:inkMk id="47" creationId="{6E97BA2B-91C5-CA09-990A-145CBFA74DF7}"/>
          </ac:inkMkLst>
        </pc:inkChg>
        <pc:inkChg chg="add mod">
          <ac:chgData name="Manuel Casillas" userId="cc0ef865b6a61cf1" providerId="LiveId" clId="{69EE43AA-446E-4E44-B8AE-E4F47F31779F}" dt="2025-08-01T17:16:09.003" v="47"/>
          <ac:inkMkLst>
            <pc:docMk/>
            <pc:sldMk cId="84175319" sldId="267"/>
            <ac:inkMk id="49" creationId="{13F9DD70-C848-209F-3505-F84C6511FF06}"/>
          </ac:inkMkLst>
        </pc:inkChg>
        <pc:inkChg chg="add">
          <ac:chgData name="Manuel Casillas" userId="cc0ef865b6a61cf1" providerId="LiveId" clId="{69EE43AA-446E-4E44-B8AE-E4F47F31779F}" dt="2025-08-01T17:16:17.712" v="48" actId="9405"/>
          <ac:inkMkLst>
            <pc:docMk/>
            <pc:sldMk cId="84175319" sldId="267"/>
            <ac:inkMk id="51" creationId="{10642F33-69FD-D4BF-5CB9-1343636065AE}"/>
          </ac:inkMkLst>
        </pc:inkChg>
        <pc:inkChg chg="add">
          <ac:chgData name="Manuel Casillas" userId="cc0ef865b6a61cf1" providerId="LiveId" clId="{69EE43AA-446E-4E44-B8AE-E4F47F31779F}" dt="2025-08-01T17:16:18.052" v="49" actId="9405"/>
          <ac:inkMkLst>
            <pc:docMk/>
            <pc:sldMk cId="84175319" sldId="267"/>
            <ac:inkMk id="52" creationId="{78FDBFE3-D73B-2164-156E-CD753AA125B1}"/>
          </ac:inkMkLst>
        </pc:inkChg>
        <pc:inkChg chg="add">
          <ac:chgData name="Manuel Casillas" userId="cc0ef865b6a61cf1" providerId="LiveId" clId="{69EE43AA-446E-4E44-B8AE-E4F47F31779F}" dt="2025-08-01T17:16:18.408" v="50" actId="9405"/>
          <ac:inkMkLst>
            <pc:docMk/>
            <pc:sldMk cId="84175319" sldId="267"/>
            <ac:inkMk id="53" creationId="{3CD299C7-24D6-9A1F-830E-DED9523E3E34}"/>
          </ac:inkMkLst>
        </pc:inkChg>
        <pc:inkChg chg="add mod">
          <ac:chgData name="Manuel Casillas" userId="cc0ef865b6a61cf1" providerId="LiveId" clId="{69EE43AA-446E-4E44-B8AE-E4F47F31779F}" dt="2025-08-01T17:16:32.173" v="74"/>
          <ac:inkMkLst>
            <pc:docMk/>
            <pc:sldMk cId="84175319" sldId="267"/>
            <ac:inkMk id="54" creationId="{C783B5A7-2BCA-94C0-24B2-3DD9E22FEE91}"/>
          </ac:inkMkLst>
        </pc:inkChg>
        <pc:inkChg chg="add mod">
          <ac:chgData name="Manuel Casillas" userId="cc0ef865b6a61cf1" providerId="LiveId" clId="{69EE43AA-446E-4E44-B8AE-E4F47F31779F}" dt="2025-08-01T17:16:34.415" v="82"/>
          <ac:inkMkLst>
            <pc:docMk/>
            <pc:sldMk cId="84175319" sldId="267"/>
            <ac:inkMk id="55" creationId="{43DB0849-7BD4-2CD3-BAAF-922E74951EE7}"/>
          </ac:inkMkLst>
        </pc:inkChg>
        <pc:inkChg chg="add">
          <ac:chgData name="Manuel Casillas" userId="cc0ef865b6a61cf1" providerId="LiveId" clId="{69EE43AA-446E-4E44-B8AE-E4F47F31779F}" dt="2025-08-01T17:16:20.633" v="53" actId="9405"/>
          <ac:inkMkLst>
            <pc:docMk/>
            <pc:sldMk cId="84175319" sldId="267"/>
            <ac:inkMk id="56" creationId="{8A3F9DDD-4F26-4C5F-E4A1-411E8798420F}"/>
          </ac:inkMkLst>
        </pc:inkChg>
        <pc:inkChg chg="add mod">
          <ac:chgData name="Manuel Casillas" userId="cc0ef865b6a61cf1" providerId="LiveId" clId="{69EE43AA-446E-4E44-B8AE-E4F47F31779F}" dt="2025-08-01T17:16:32.173" v="74"/>
          <ac:inkMkLst>
            <pc:docMk/>
            <pc:sldMk cId="84175319" sldId="267"/>
            <ac:inkMk id="57" creationId="{43908C4C-1661-255E-E626-05F7C8D8B399}"/>
          </ac:inkMkLst>
        </pc:inkChg>
        <pc:inkChg chg="add">
          <ac:chgData name="Manuel Casillas" userId="cc0ef865b6a61cf1" providerId="LiveId" clId="{69EE43AA-446E-4E44-B8AE-E4F47F31779F}" dt="2025-08-01T17:16:21.841" v="55" actId="9405"/>
          <ac:inkMkLst>
            <pc:docMk/>
            <pc:sldMk cId="84175319" sldId="267"/>
            <ac:inkMk id="58" creationId="{18CCBA7F-A487-7482-8214-0AD8EF58DFB3}"/>
          </ac:inkMkLst>
        </pc:inkChg>
        <pc:inkChg chg="add">
          <ac:chgData name="Manuel Casillas" userId="cc0ef865b6a61cf1" providerId="LiveId" clId="{69EE43AA-446E-4E44-B8AE-E4F47F31779F}" dt="2025-08-01T17:16:22.583" v="56" actId="9405"/>
          <ac:inkMkLst>
            <pc:docMk/>
            <pc:sldMk cId="84175319" sldId="267"/>
            <ac:inkMk id="59" creationId="{94210819-E8C9-458E-B289-6D033BF8F80B}"/>
          </ac:inkMkLst>
        </pc:inkChg>
        <pc:inkChg chg="add">
          <ac:chgData name="Manuel Casillas" userId="cc0ef865b6a61cf1" providerId="LiveId" clId="{69EE43AA-446E-4E44-B8AE-E4F47F31779F}" dt="2025-08-01T17:16:22.991" v="57" actId="9405"/>
          <ac:inkMkLst>
            <pc:docMk/>
            <pc:sldMk cId="84175319" sldId="267"/>
            <ac:inkMk id="60" creationId="{84BA508D-96A5-D6B9-BEF5-3F0A2E7C19F3}"/>
          </ac:inkMkLst>
        </pc:inkChg>
        <pc:inkChg chg="add">
          <ac:chgData name="Manuel Casillas" userId="cc0ef865b6a61cf1" providerId="LiveId" clId="{69EE43AA-446E-4E44-B8AE-E4F47F31779F}" dt="2025-08-01T17:16:23.955" v="58" actId="9405"/>
          <ac:inkMkLst>
            <pc:docMk/>
            <pc:sldMk cId="84175319" sldId="267"/>
            <ac:inkMk id="61" creationId="{24943150-C1F8-AAA2-747F-8D65927F3A3A}"/>
          </ac:inkMkLst>
        </pc:inkChg>
        <pc:inkChg chg="add">
          <ac:chgData name="Manuel Casillas" userId="cc0ef865b6a61cf1" providerId="LiveId" clId="{69EE43AA-446E-4E44-B8AE-E4F47F31779F}" dt="2025-08-01T17:16:24.902" v="59" actId="9405"/>
          <ac:inkMkLst>
            <pc:docMk/>
            <pc:sldMk cId="84175319" sldId="267"/>
            <ac:inkMk id="62" creationId="{3137B0D6-C0CA-C921-10AC-A9C7182D28CC}"/>
          </ac:inkMkLst>
        </pc:inkChg>
        <pc:inkChg chg="add mod">
          <ac:chgData name="Manuel Casillas" userId="cc0ef865b6a61cf1" providerId="LiveId" clId="{69EE43AA-446E-4E44-B8AE-E4F47F31779F}" dt="2025-08-01T17:16:32.173" v="74"/>
          <ac:inkMkLst>
            <pc:docMk/>
            <pc:sldMk cId="84175319" sldId="267"/>
            <ac:inkMk id="63" creationId="{78171348-CC0E-C631-45C3-BBE08806CD2F}"/>
          </ac:inkMkLst>
        </pc:inkChg>
        <pc:inkChg chg="add mod">
          <ac:chgData name="Manuel Casillas" userId="cc0ef865b6a61cf1" providerId="LiveId" clId="{69EE43AA-446E-4E44-B8AE-E4F47F31779F}" dt="2025-08-01T17:16:34.415" v="82"/>
          <ac:inkMkLst>
            <pc:docMk/>
            <pc:sldMk cId="84175319" sldId="267"/>
            <ac:inkMk id="64" creationId="{54263C5B-707A-8CE2-E5B3-2B5C1AD33725}"/>
          </ac:inkMkLst>
        </pc:inkChg>
        <pc:inkChg chg="add mod">
          <ac:chgData name="Manuel Casillas" userId="cc0ef865b6a61cf1" providerId="LiveId" clId="{69EE43AA-446E-4E44-B8AE-E4F47F31779F}" dt="2025-08-01T17:16:32.173" v="74"/>
          <ac:inkMkLst>
            <pc:docMk/>
            <pc:sldMk cId="84175319" sldId="267"/>
            <ac:inkMk id="65" creationId="{215FB368-59E1-4131-179B-7E16647440C6}"/>
          </ac:inkMkLst>
        </pc:inkChg>
        <pc:inkChg chg="add">
          <ac:chgData name="Manuel Casillas" userId="cc0ef865b6a61cf1" providerId="LiveId" clId="{69EE43AA-446E-4E44-B8AE-E4F47F31779F}" dt="2025-08-01T17:16:27.526" v="63" actId="9405"/>
          <ac:inkMkLst>
            <pc:docMk/>
            <pc:sldMk cId="84175319" sldId="267"/>
            <ac:inkMk id="66" creationId="{21FCBB90-AE4C-9590-8934-A271662070A6}"/>
          </ac:inkMkLst>
        </pc:inkChg>
        <pc:inkChg chg="add">
          <ac:chgData name="Manuel Casillas" userId="cc0ef865b6a61cf1" providerId="LiveId" clId="{69EE43AA-446E-4E44-B8AE-E4F47F31779F}" dt="2025-08-01T17:16:27.975" v="64" actId="9405"/>
          <ac:inkMkLst>
            <pc:docMk/>
            <pc:sldMk cId="84175319" sldId="267"/>
            <ac:inkMk id="67" creationId="{F8C5AE37-F6E7-F7BF-35D6-0FFA6120FD77}"/>
          </ac:inkMkLst>
        </pc:inkChg>
        <pc:inkChg chg="add mod">
          <ac:chgData name="Manuel Casillas" userId="cc0ef865b6a61cf1" providerId="LiveId" clId="{69EE43AA-446E-4E44-B8AE-E4F47F31779F}" dt="2025-08-01T17:16:34.415" v="82"/>
          <ac:inkMkLst>
            <pc:docMk/>
            <pc:sldMk cId="84175319" sldId="267"/>
            <ac:inkMk id="68" creationId="{2EEDA588-5ADF-ECD9-2528-3B49218D4B5D}"/>
          </ac:inkMkLst>
        </pc:inkChg>
        <pc:inkChg chg="add mod">
          <ac:chgData name="Manuel Casillas" userId="cc0ef865b6a61cf1" providerId="LiveId" clId="{69EE43AA-446E-4E44-B8AE-E4F47F31779F}" dt="2025-08-01T17:16:34.415" v="82"/>
          <ac:inkMkLst>
            <pc:docMk/>
            <pc:sldMk cId="84175319" sldId="267"/>
            <ac:inkMk id="69" creationId="{136784EA-A70D-11E5-9A89-F21519FF9DD9}"/>
          </ac:inkMkLst>
        </pc:inkChg>
        <pc:inkChg chg="add mod">
          <ac:chgData name="Manuel Casillas" userId="cc0ef865b6a61cf1" providerId="LiveId" clId="{69EE43AA-446E-4E44-B8AE-E4F47F31779F}" dt="2025-08-01T17:16:32.173" v="74"/>
          <ac:inkMkLst>
            <pc:docMk/>
            <pc:sldMk cId="84175319" sldId="267"/>
            <ac:inkMk id="70" creationId="{1AD546FE-16AA-9A34-67A6-52A620318FA1}"/>
          </ac:inkMkLst>
        </pc:inkChg>
        <pc:inkChg chg="add">
          <ac:chgData name="Manuel Casillas" userId="cc0ef865b6a61cf1" providerId="LiveId" clId="{69EE43AA-446E-4E44-B8AE-E4F47F31779F}" dt="2025-08-01T17:16:30.070" v="68" actId="9405"/>
          <ac:inkMkLst>
            <pc:docMk/>
            <pc:sldMk cId="84175319" sldId="267"/>
            <ac:inkMk id="71" creationId="{CDAE78E4-BABF-ECB2-9B6C-4D869DE1970B}"/>
          </ac:inkMkLst>
        </pc:inkChg>
        <pc:inkChg chg="add">
          <ac:chgData name="Manuel Casillas" userId="cc0ef865b6a61cf1" providerId="LiveId" clId="{69EE43AA-446E-4E44-B8AE-E4F47F31779F}" dt="2025-08-01T17:16:30.442" v="69" actId="9405"/>
          <ac:inkMkLst>
            <pc:docMk/>
            <pc:sldMk cId="84175319" sldId="267"/>
            <ac:inkMk id="72" creationId="{619894EF-41E9-0092-4BC5-4E4A0381D14E}"/>
          </ac:inkMkLst>
        </pc:inkChg>
        <pc:inkChg chg="add">
          <ac:chgData name="Manuel Casillas" userId="cc0ef865b6a61cf1" providerId="LiveId" clId="{69EE43AA-446E-4E44-B8AE-E4F47F31779F}" dt="2025-08-01T17:16:30.722" v="70" actId="9405"/>
          <ac:inkMkLst>
            <pc:docMk/>
            <pc:sldMk cId="84175319" sldId="267"/>
            <ac:inkMk id="73" creationId="{2B5AFBDB-3713-9BA0-79B5-5BEA7788CAE2}"/>
          </ac:inkMkLst>
        </pc:inkChg>
        <pc:inkChg chg="add mod">
          <ac:chgData name="Manuel Casillas" userId="cc0ef865b6a61cf1" providerId="LiveId" clId="{69EE43AA-446E-4E44-B8AE-E4F47F31779F}" dt="2025-08-01T17:16:34.415" v="82"/>
          <ac:inkMkLst>
            <pc:docMk/>
            <pc:sldMk cId="84175319" sldId="267"/>
            <ac:inkMk id="74" creationId="{BA525FD6-5136-20BC-0EA2-119644DD74C3}"/>
          </ac:inkMkLst>
        </pc:inkChg>
        <pc:inkChg chg="add">
          <ac:chgData name="Manuel Casillas" userId="cc0ef865b6a61cf1" providerId="LiveId" clId="{69EE43AA-446E-4E44-B8AE-E4F47F31779F}" dt="2025-08-01T17:16:31.375" v="72" actId="9405"/>
          <ac:inkMkLst>
            <pc:docMk/>
            <pc:sldMk cId="84175319" sldId="267"/>
            <ac:inkMk id="75" creationId="{8EAA5959-D0C0-0898-E7DA-69E7FD4AF6B6}"/>
          </ac:inkMkLst>
        </pc:inkChg>
        <pc:inkChg chg="add">
          <ac:chgData name="Manuel Casillas" userId="cc0ef865b6a61cf1" providerId="LiveId" clId="{69EE43AA-446E-4E44-B8AE-E4F47F31779F}" dt="2025-08-01T17:16:31.625" v="73" actId="9405"/>
          <ac:inkMkLst>
            <pc:docMk/>
            <pc:sldMk cId="84175319" sldId="267"/>
            <ac:inkMk id="76" creationId="{69BC9CC1-2900-B838-FBA4-56BB7223B31D}"/>
          </ac:inkMkLst>
        </pc:inkChg>
        <pc:inkChg chg="add">
          <ac:chgData name="Manuel Casillas" userId="cc0ef865b6a61cf1" providerId="LiveId" clId="{69EE43AA-446E-4E44-B8AE-E4F47F31779F}" dt="2025-08-01T17:16:32.376" v="75" actId="9405"/>
          <ac:inkMkLst>
            <pc:docMk/>
            <pc:sldMk cId="84175319" sldId="267"/>
            <ac:inkMk id="78" creationId="{D0DD76FF-820E-A221-E339-7587AE1B8E18}"/>
          </ac:inkMkLst>
        </pc:inkChg>
        <pc:inkChg chg="add">
          <ac:chgData name="Manuel Casillas" userId="cc0ef865b6a61cf1" providerId="LiveId" clId="{69EE43AA-446E-4E44-B8AE-E4F47F31779F}" dt="2025-08-01T17:16:32.656" v="76" actId="9405"/>
          <ac:inkMkLst>
            <pc:docMk/>
            <pc:sldMk cId="84175319" sldId="267"/>
            <ac:inkMk id="79" creationId="{E796F474-12A1-132D-9B8F-082208BAB9CD}"/>
          </ac:inkMkLst>
        </pc:inkChg>
        <pc:inkChg chg="add">
          <ac:chgData name="Manuel Casillas" userId="cc0ef865b6a61cf1" providerId="LiveId" clId="{69EE43AA-446E-4E44-B8AE-E4F47F31779F}" dt="2025-08-01T17:16:32.936" v="77" actId="9405"/>
          <ac:inkMkLst>
            <pc:docMk/>
            <pc:sldMk cId="84175319" sldId="267"/>
            <ac:inkMk id="80" creationId="{2962827A-2C90-1078-960B-453A5E635EF3}"/>
          </ac:inkMkLst>
        </pc:inkChg>
        <pc:inkChg chg="add mod">
          <ac:chgData name="Manuel Casillas" userId="cc0ef865b6a61cf1" providerId="LiveId" clId="{69EE43AA-446E-4E44-B8AE-E4F47F31779F}" dt="2025-08-01T17:16:34.415" v="82"/>
          <ac:inkMkLst>
            <pc:docMk/>
            <pc:sldMk cId="84175319" sldId="267"/>
            <ac:inkMk id="81" creationId="{97CCBEF2-A8ED-6DA9-7F44-5308EF78A147}"/>
          </ac:inkMkLst>
        </pc:inkChg>
        <pc:inkChg chg="add">
          <ac:chgData name="Manuel Casillas" userId="cc0ef865b6a61cf1" providerId="LiveId" clId="{69EE43AA-446E-4E44-B8AE-E4F47F31779F}" dt="2025-08-01T17:16:33.325" v="79" actId="9405"/>
          <ac:inkMkLst>
            <pc:docMk/>
            <pc:sldMk cId="84175319" sldId="267"/>
            <ac:inkMk id="82" creationId="{4281BE2B-35A2-C8B4-99A3-6004CD19C4F7}"/>
          </ac:inkMkLst>
        </pc:inkChg>
        <pc:inkChg chg="add">
          <ac:chgData name="Manuel Casillas" userId="cc0ef865b6a61cf1" providerId="LiveId" clId="{69EE43AA-446E-4E44-B8AE-E4F47F31779F}" dt="2025-08-01T17:16:33.588" v="80" actId="9405"/>
          <ac:inkMkLst>
            <pc:docMk/>
            <pc:sldMk cId="84175319" sldId="267"/>
            <ac:inkMk id="83" creationId="{43AD5907-C230-827A-F907-2DC33E29E678}"/>
          </ac:inkMkLst>
        </pc:inkChg>
        <pc:inkChg chg="add">
          <ac:chgData name="Manuel Casillas" userId="cc0ef865b6a61cf1" providerId="LiveId" clId="{69EE43AA-446E-4E44-B8AE-E4F47F31779F}" dt="2025-08-01T17:16:33.774" v="81" actId="9405"/>
          <ac:inkMkLst>
            <pc:docMk/>
            <pc:sldMk cId="84175319" sldId="267"/>
            <ac:inkMk id="84" creationId="{DED852F4-B3E9-860F-D2D8-40B555EE3329}"/>
          </ac:inkMkLst>
        </pc:inkChg>
        <pc:inkChg chg="add mod">
          <ac:chgData name="Manuel Casillas" userId="cc0ef865b6a61cf1" providerId="LiveId" clId="{69EE43AA-446E-4E44-B8AE-E4F47F31779F}" dt="2025-08-01T17:16:40.247" v="89"/>
          <ac:inkMkLst>
            <pc:docMk/>
            <pc:sldMk cId="84175319" sldId="267"/>
            <ac:inkMk id="86" creationId="{B427E3C5-1B47-62BB-E6FE-AA86CECD5AF3}"/>
          </ac:inkMkLst>
        </pc:inkChg>
        <pc:inkChg chg="add mod">
          <ac:chgData name="Manuel Casillas" userId="cc0ef865b6a61cf1" providerId="LiveId" clId="{69EE43AA-446E-4E44-B8AE-E4F47F31779F}" dt="2025-08-01T17:16:40.247" v="89"/>
          <ac:inkMkLst>
            <pc:docMk/>
            <pc:sldMk cId="84175319" sldId="267"/>
            <ac:inkMk id="87" creationId="{3D99487D-53F2-E0E5-82C1-159A0E0AFE95}"/>
          </ac:inkMkLst>
        </pc:inkChg>
        <pc:inkChg chg="add mod">
          <ac:chgData name="Manuel Casillas" userId="cc0ef865b6a61cf1" providerId="LiveId" clId="{69EE43AA-446E-4E44-B8AE-E4F47F31779F}" dt="2025-08-01T17:16:40.247" v="89"/>
          <ac:inkMkLst>
            <pc:docMk/>
            <pc:sldMk cId="84175319" sldId="267"/>
            <ac:inkMk id="88" creationId="{187D0B27-E1A7-8B17-F98F-4438E833CFD9}"/>
          </ac:inkMkLst>
        </pc:inkChg>
        <pc:inkChg chg="add">
          <ac:chgData name="Manuel Casillas" userId="cc0ef865b6a61cf1" providerId="LiveId" clId="{69EE43AA-446E-4E44-B8AE-E4F47F31779F}" dt="2025-08-01T17:16:38.361" v="86" actId="9405"/>
          <ac:inkMkLst>
            <pc:docMk/>
            <pc:sldMk cId="84175319" sldId="267"/>
            <ac:inkMk id="89" creationId="{C7745AB3-2C7E-ED88-E931-78F7ACDDB445}"/>
          </ac:inkMkLst>
        </pc:inkChg>
        <pc:inkChg chg="add">
          <ac:chgData name="Manuel Casillas" userId="cc0ef865b6a61cf1" providerId="LiveId" clId="{69EE43AA-446E-4E44-B8AE-E4F47F31779F}" dt="2025-08-01T17:16:39.217" v="87" actId="9405"/>
          <ac:inkMkLst>
            <pc:docMk/>
            <pc:sldMk cId="84175319" sldId="267"/>
            <ac:inkMk id="90" creationId="{755B6CBC-EC8C-A04D-7F83-518E02323770}"/>
          </ac:inkMkLst>
        </pc:inkChg>
        <pc:inkChg chg="add">
          <ac:chgData name="Manuel Casillas" userId="cc0ef865b6a61cf1" providerId="LiveId" clId="{69EE43AA-446E-4E44-B8AE-E4F47F31779F}" dt="2025-08-01T17:16:39.655" v="88" actId="9405"/>
          <ac:inkMkLst>
            <pc:docMk/>
            <pc:sldMk cId="84175319" sldId="267"/>
            <ac:inkMk id="91" creationId="{CE5687F5-6E7E-BC03-0C21-656A0BD4E378}"/>
          </ac:inkMkLst>
        </pc:inkChg>
        <pc:inkChg chg="add">
          <ac:chgData name="Manuel Casillas" userId="cc0ef865b6a61cf1" providerId="LiveId" clId="{69EE43AA-446E-4E44-B8AE-E4F47F31779F}" dt="2025-08-01T17:16:40.849" v="90" actId="9405"/>
          <ac:inkMkLst>
            <pc:docMk/>
            <pc:sldMk cId="84175319" sldId="267"/>
            <ac:inkMk id="93" creationId="{B97A981A-413F-9074-6170-C69035F0F013}"/>
          </ac:inkMkLst>
        </pc:inkChg>
        <pc:inkChg chg="add">
          <ac:chgData name="Manuel Casillas" userId="cc0ef865b6a61cf1" providerId="LiveId" clId="{69EE43AA-446E-4E44-B8AE-E4F47F31779F}" dt="2025-08-01T17:16:41.269" v="91" actId="9405"/>
          <ac:inkMkLst>
            <pc:docMk/>
            <pc:sldMk cId="84175319" sldId="267"/>
            <ac:inkMk id="94" creationId="{BA25CC71-34D2-2125-4147-58C16F4A61FE}"/>
          </ac:inkMkLst>
        </pc:inkChg>
        <pc:inkChg chg="add mod">
          <ac:chgData name="Manuel Casillas" userId="cc0ef865b6a61cf1" providerId="LiveId" clId="{69EE43AA-446E-4E44-B8AE-E4F47F31779F}" dt="2025-08-01T17:16:42.916" v="94"/>
          <ac:inkMkLst>
            <pc:docMk/>
            <pc:sldMk cId="84175319" sldId="267"/>
            <ac:inkMk id="95" creationId="{CAFC7827-9A00-A75D-6989-9E447141B1C3}"/>
          </ac:inkMkLst>
        </pc:inkChg>
        <pc:inkChg chg="add mod">
          <ac:chgData name="Manuel Casillas" userId="cc0ef865b6a61cf1" providerId="LiveId" clId="{69EE43AA-446E-4E44-B8AE-E4F47F31779F}" dt="2025-08-01T17:16:42.916" v="94"/>
          <ac:inkMkLst>
            <pc:docMk/>
            <pc:sldMk cId="84175319" sldId="267"/>
            <ac:inkMk id="96" creationId="{965779F0-81B8-91AD-738D-E69DF0CA452B}"/>
          </ac:inkMkLst>
        </pc:inkChg>
        <pc:inkChg chg="add mod">
          <ac:chgData name="Manuel Casillas" userId="cc0ef865b6a61cf1" providerId="LiveId" clId="{69EE43AA-446E-4E44-B8AE-E4F47F31779F}" dt="2025-08-01T17:23:59.442" v="236"/>
          <ac:inkMkLst>
            <pc:docMk/>
            <pc:sldMk cId="84175319" sldId="267"/>
            <ac:inkMk id="98" creationId="{9C3A5BDD-A61A-6049-25BD-99BD976E196B}"/>
          </ac:inkMkLst>
        </pc:inkChg>
        <pc:inkChg chg="add mod">
          <ac:chgData name="Manuel Casillas" userId="cc0ef865b6a61cf1" providerId="LiveId" clId="{69EE43AA-446E-4E44-B8AE-E4F47F31779F}" dt="2025-08-01T17:23:59.442" v="236"/>
          <ac:inkMkLst>
            <pc:docMk/>
            <pc:sldMk cId="84175319" sldId="267"/>
            <ac:inkMk id="99" creationId="{D9782801-77D1-CE87-05A1-AB3118DBC22C}"/>
          </ac:inkMkLst>
        </pc:inkChg>
        <pc:inkChg chg="add mod">
          <ac:chgData name="Manuel Casillas" userId="cc0ef865b6a61cf1" providerId="LiveId" clId="{69EE43AA-446E-4E44-B8AE-E4F47F31779F}" dt="2025-08-01T17:18:36.328" v="101"/>
          <ac:inkMkLst>
            <pc:docMk/>
            <pc:sldMk cId="84175319" sldId="267"/>
            <ac:inkMk id="100" creationId="{904759B3-A3E4-89A0-1300-64EDBFED1D2B}"/>
          </ac:inkMkLst>
        </pc:inkChg>
        <pc:inkChg chg="add mod">
          <ac:chgData name="Manuel Casillas" userId="cc0ef865b6a61cf1" providerId="LiveId" clId="{69EE43AA-446E-4E44-B8AE-E4F47F31779F}" dt="2025-08-01T17:23:59.442" v="236"/>
          <ac:inkMkLst>
            <pc:docMk/>
            <pc:sldMk cId="84175319" sldId="267"/>
            <ac:inkMk id="101" creationId="{025A8FD0-5D61-E63E-1BCA-A811F5AB83C2}"/>
          </ac:inkMkLst>
        </pc:inkChg>
        <pc:inkChg chg="add mod">
          <ac:chgData name="Manuel Casillas" userId="cc0ef865b6a61cf1" providerId="LiveId" clId="{69EE43AA-446E-4E44-B8AE-E4F47F31779F}" dt="2025-08-01T17:18:36.328" v="101"/>
          <ac:inkMkLst>
            <pc:docMk/>
            <pc:sldMk cId="84175319" sldId="267"/>
            <ac:inkMk id="102" creationId="{01633D62-EF6D-B74A-03BF-2AC0F5430259}"/>
          </ac:inkMkLst>
        </pc:inkChg>
        <pc:inkChg chg="add mod">
          <ac:chgData name="Manuel Casillas" userId="cc0ef865b6a61cf1" providerId="LiveId" clId="{69EE43AA-446E-4E44-B8AE-E4F47F31779F}" dt="2025-08-01T17:23:59.442" v="236"/>
          <ac:inkMkLst>
            <pc:docMk/>
            <pc:sldMk cId="84175319" sldId="267"/>
            <ac:inkMk id="103" creationId="{998D6997-3143-8DB6-6AE7-0CB76944B56E}"/>
          </ac:inkMkLst>
        </pc:inkChg>
        <pc:inkChg chg="add mod">
          <ac:chgData name="Manuel Casillas" userId="cc0ef865b6a61cf1" providerId="LiveId" clId="{69EE43AA-446E-4E44-B8AE-E4F47F31779F}" dt="2025-08-01T17:23:59.442" v="236"/>
          <ac:inkMkLst>
            <pc:docMk/>
            <pc:sldMk cId="84175319" sldId="267"/>
            <ac:inkMk id="105" creationId="{A8399A94-366F-AAF6-45CD-BDF871B015BE}"/>
          </ac:inkMkLst>
        </pc:inkChg>
        <pc:inkChg chg="add mod">
          <ac:chgData name="Manuel Casillas" userId="cc0ef865b6a61cf1" providerId="LiveId" clId="{69EE43AA-446E-4E44-B8AE-E4F47F31779F}" dt="2025-08-01T17:18:40.082" v="108"/>
          <ac:inkMkLst>
            <pc:docMk/>
            <pc:sldMk cId="84175319" sldId="267"/>
            <ac:inkMk id="106" creationId="{8D2E4FD8-214C-97A2-0FD1-636F511ED7E3}"/>
          </ac:inkMkLst>
        </pc:inkChg>
        <pc:inkChg chg="add mod">
          <ac:chgData name="Manuel Casillas" userId="cc0ef865b6a61cf1" providerId="LiveId" clId="{69EE43AA-446E-4E44-B8AE-E4F47F31779F}" dt="2025-08-01T17:23:59.442" v="236"/>
          <ac:inkMkLst>
            <pc:docMk/>
            <pc:sldMk cId="84175319" sldId="267"/>
            <ac:inkMk id="107" creationId="{D043387A-397A-273F-F70E-62ACCE452E65}"/>
          </ac:inkMkLst>
        </pc:inkChg>
        <pc:inkChg chg="add mod">
          <ac:chgData name="Manuel Casillas" userId="cc0ef865b6a61cf1" providerId="LiveId" clId="{69EE43AA-446E-4E44-B8AE-E4F47F31779F}" dt="2025-08-01T17:18:40.082" v="108"/>
          <ac:inkMkLst>
            <pc:docMk/>
            <pc:sldMk cId="84175319" sldId="267"/>
            <ac:inkMk id="108" creationId="{D030CC16-8196-54D5-EC55-8A0C635E6469}"/>
          </ac:inkMkLst>
        </pc:inkChg>
        <pc:inkChg chg="add mod">
          <ac:chgData name="Manuel Casillas" userId="cc0ef865b6a61cf1" providerId="LiveId" clId="{69EE43AA-446E-4E44-B8AE-E4F47F31779F}" dt="2025-08-01T17:23:59.442" v="236"/>
          <ac:inkMkLst>
            <pc:docMk/>
            <pc:sldMk cId="84175319" sldId="267"/>
            <ac:inkMk id="109" creationId="{68F3B8A2-C5F8-719B-B920-CC756DDD8636}"/>
          </ac:inkMkLst>
        </pc:inkChg>
        <pc:inkChg chg="add mod">
          <ac:chgData name="Manuel Casillas" userId="cc0ef865b6a61cf1" providerId="LiveId" clId="{69EE43AA-446E-4E44-B8AE-E4F47F31779F}" dt="2025-08-01T17:18:40.082" v="108"/>
          <ac:inkMkLst>
            <pc:docMk/>
            <pc:sldMk cId="84175319" sldId="267"/>
            <ac:inkMk id="110" creationId="{B5356AD5-A697-AFCD-747E-929B1D568A60}"/>
          </ac:inkMkLst>
        </pc:inkChg>
        <pc:inkChg chg="add mod">
          <ac:chgData name="Manuel Casillas" userId="cc0ef865b6a61cf1" providerId="LiveId" clId="{69EE43AA-446E-4E44-B8AE-E4F47F31779F}" dt="2025-08-01T17:21:47.009" v="218"/>
          <ac:inkMkLst>
            <pc:docMk/>
            <pc:sldMk cId="84175319" sldId="267"/>
            <ac:inkMk id="112" creationId="{6B54CE9C-7F33-BA5A-69D4-7B39E75C0579}"/>
          </ac:inkMkLst>
        </pc:inkChg>
        <pc:inkChg chg="add mod">
          <ac:chgData name="Manuel Casillas" userId="cc0ef865b6a61cf1" providerId="LiveId" clId="{69EE43AA-446E-4E44-B8AE-E4F47F31779F}" dt="2025-08-01T17:20:36.479" v="164"/>
          <ac:inkMkLst>
            <pc:docMk/>
            <pc:sldMk cId="84175319" sldId="267"/>
            <ac:inkMk id="114" creationId="{59D13708-8CBB-DA65-A373-1E4861C3D03C}"/>
          </ac:inkMkLst>
        </pc:inkChg>
        <pc:inkChg chg="add mod">
          <ac:chgData name="Manuel Casillas" userId="cc0ef865b6a61cf1" providerId="LiveId" clId="{69EE43AA-446E-4E44-B8AE-E4F47F31779F}" dt="2025-08-01T17:20:34.133" v="158"/>
          <ac:inkMkLst>
            <pc:docMk/>
            <pc:sldMk cId="84175319" sldId="267"/>
            <ac:inkMk id="115" creationId="{43AA53D0-1F2B-457C-E8D3-FE1348BFC9E8}"/>
          </ac:inkMkLst>
        </pc:inkChg>
        <pc:inkChg chg="add mod">
          <ac:chgData name="Manuel Casillas" userId="cc0ef865b6a61cf1" providerId="LiveId" clId="{69EE43AA-446E-4E44-B8AE-E4F47F31779F}" dt="2025-08-01T17:19:58.080" v="143"/>
          <ac:inkMkLst>
            <pc:docMk/>
            <pc:sldMk cId="84175319" sldId="267"/>
            <ac:inkMk id="116" creationId="{C5D02979-7688-3D1D-60CE-8380E771ABDF}"/>
          </ac:inkMkLst>
        </pc:inkChg>
        <pc:inkChg chg="add mod">
          <ac:chgData name="Manuel Casillas" userId="cc0ef865b6a61cf1" providerId="LiveId" clId="{69EE43AA-446E-4E44-B8AE-E4F47F31779F}" dt="2025-08-01T17:19:58.080" v="143"/>
          <ac:inkMkLst>
            <pc:docMk/>
            <pc:sldMk cId="84175319" sldId="267"/>
            <ac:inkMk id="117" creationId="{880CA9C9-01B4-FE2A-3A6C-53392F69AE9F}"/>
          </ac:inkMkLst>
        </pc:inkChg>
        <pc:inkChg chg="add mod">
          <ac:chgData name="Manuel Casillas" userId="cc0ef865b6a61cf1" providerId="LiveId" clId="{69EE43AA-446E-4E44-B8AE-E4F47F31779F}" dt="2025-08-01T17:19:58.080" v="143"/>
          <ac:inkMkLst>
            <pc:docMk/>
            <pc:sldMk cId="84175319" sldId="267"/>
            <ac:inkMk id="118" creationId="{1153723F-BF5C-C314-50F7-09AB43CFB77B}"/>
          </ac:inkMkLst>
        </pc:inkChg>
        <pc:inkChg chg="add mod">
          <ac:chgData name="Manuel Casillas" userId="cc0ef865b6a61cf1" providerId="LiveId" clId="{69EE43AA-446E-4E44-B8AE-E4F47F31779F}" dt="2025-08-01T17:19:06.496" v="120"/>
          <ac:inkMkLst>
            <pc:docMk/>
            <pc:sldMk cId="84175319" sldId="267"/>
            <ac:inkMk id="119" creationId="{0701617F-535E-77D1-C832-0405DFBF6C7A}"/>
          </ac:inkMkLst>
        </pc:inkChg>
        <pc:inkChg chg="add mod">
          <ac:chgData name="Manuel Casillas" userId="cc0ef865b6a61cf1" providerId="LiveId" clId="{69EE43AA-446E-4E44-B8AE-E4F47F31779F}" dt="2025-08-01T17:19:58.080" v="143"/>
          <ac:inkMkLst>
            <pc:docMk/>
            <pc:sldMk cId="84175319" sldId="267"/>
            <ac:inkMk id="120" creationId="{FE8A9521-1A1B-FD8B-95AC-A84EC1952101}"/>
          </ac:inkMkLst>
        </pc:inkChg>
        <pc:inkChg chg="add mod">
          <ac:chgData name="Manuel Casillas" userId="cc0ef865b6a61cf1" providerId="LiveId" clId="{69EE43AA-446E-4E44-B8AE-E4F47F31779F}" dt="2025-08-01T17:20:34.133" v="158"/>
          <ac:inkMkLst>
            <pc:docMk/>
            <pc:sldMk cId="84175319" sldId="267"/>
            <ac:inkMk id="121" creationId="{69D4100D-0122-3555-AA41-362290C600DC}"/>
          </ac:inkMkLst>
        </pc:inkChg>
        <pc:inkChg chg="add mod">
          <ac:chgData name="Manuel Casillas" userId="cc0ef865b6a61cf1" providerId="LiveId" clId="{69EE43AA-446E-4E44-B8AE-E4F47F31779F}" dt="2025-08-01T17:27:20.016" v="276"/>
          <ac:inkMkLst>
            <pc:docMk/>
            <pc:sldMk cId="84175319" sldId="267"/>
            <ac:inkMk id="122" creationId="{AE4742C1-3574-72F5-B71B-1D980912A1A1}"/>
          </ac:inkMkLst>
        </pc:inkChg>
        <pc:inkChg chg="add mod">
          <ac:chgData name="Manuel Casillas" userId="cc0ef865b6a61cf1" providerId="LiveId" clId="{69EE43AA-446E-4E44-B8AE-E4F47F31779F}" dt="2025-08-01T17:19:15.796" v="126"/>
          <ac:inkMkLst>
            <pc:docMk/>
            <pc:sldMk cId="84175319" sldId="267"/>
            <ac:inkMk id="124" creationId="{B43B7F98-4C8A-EB42-CF4A-9294F32B552D}"/>
          </ac:inkMkLst>
        </pc:inkChg>
        <pc:inkChg chg="add mod">
          <ac:chgData name="Manuel Casillas" userId="cc0ef865b6a61cf1" providerId="LiveId" clId="{69EE43AA-446E-4E44-B8AE-E4F47F31779F}" dt="2025-08-01T17:19:15.796" v="126"/>
          <ac:inkMkLst>
            <pc:docMk/>
            <pc:sldMk cId="84175319" sldId="267"/>
            <ac:inkMk id="125" creationId="{4F92DA20-34EE-982C-4214-EA5AE9600802}"/>
          </ac:inkMkLst>
        </pc:inkChg>
        <pc:inkChg chg="add mod">
          <ac:chgData name="Manuel Casillas" userId="cc0ef865b6a61cf1" providerId="LiveId" clId="{69EE43AA-446E-4E44-B8AE-E4F47F31779F}" dt="2025-08-01T17:19:15.796" v="126"/>
          <ac:inkMkLst>
            <pc:docMk/>
            <pc:sldMk cId="84175319" sldId="267"/>
            <ac:inkMk id="126" creationId="{AE39C71A-4E50-8977-4385-66DFF9172FEC}"/>
          </ac:inkMkLst>
        </pc:inkChg>
        <pc:inkChg chg="add mod">
          <ac:chgData name="Manuel Casillas" userId="cc0ef865b6a61cf1" providerId="LiveId" clId="{69EE43AA-446E-4E44-B8AE-E4F47F31779F}" dt="2025-08-01T17:19:15.796" v="126"/>
          <ac:inkMkLst>
            <pc:docMk/>
            <pc:sldMk cId="84175319" sldId="267"/>
            <ac:inkMk id="127" creationId="{EB18EC41-B185-F055-42A8-2895E5B27D68}"/>
          </ac:inkMkLst>
        </pc:inkChg>
        <pc:inkChg chg="add mod">
          <ac:chgData name="Manuel Casillas" userId="cc0ef865b6a61cf1" providerId="LiveId" clId="{69EE43AA-446E-4E44-B8AE-E4F47F31779F}" dt="2025-08-01T17:19:15.796" v="126"/>
          <ac:inkMkLst>
            <pc:docMk/>
            <pc:sldMk cId="84175319" sldId="267"/>
            <ac:inkMk id="128" creationId="{F3D1AD9D-A75E-B3E9-EDAD-0D8C0A5A389E}"/>
          </ac:inkMkLst>
        </pc:inkChg>
        <pc:inkChg chg="add mod">
          <ac:chgData name="Manuel Casillas" userId="cc0ef865b6a61cf1" providerId="LiveId" clId="{69EE43AA-446E-4E44-B8AE-E4F47F31779F}" dt="2025-08-01T17:20:34.133" v="158"/>
          <ac:inkMkLst>
            <pc:docMk/>
            <pc:sldMk cId="84175319" sldId="267"/>
            <ac:inkMk id="130" creationId="{DE967C35-5EC6-AF82-DB7B-8F220B2EA001}"/>
          </ac:inkMkLst>
        </pc:inkChg>
        <pc:inkChg chg="add mod">
          <ac:chgData name="Manuel Casillas" userId="cc0ef865b6a61cf1" providerId="LiveId" clId="{69EE43AA-446E-4E44-B8AE-E4F47F31779F}" dt="2025-08-01T17:27:17.908" v="274"/>
          <ac:inkMkLst>
            <pc:docMk/>
            <pc:sldMk cId="84175319" sldId="267"/>
            <ac:inkMk id="131" creationId="{C5ADBA39-559C-D387-7515-D8D1397226EC}"/>
          </ac:inkMkLst>
        </pc:inkChg>
        <pc:inkChg chg="add mod">
          <ac:chgData name="Manuel Casillas" userId="cc0ef865b6a61cf1" providerId="LiveId" clId="{69EE43AA-446E-4E44-B8AE-E4F47F31779F}" dt="2025-08-01T17:19:31.902" v="139"/>
          <ac:inkMkLst>
            <pc:docMk/>
            <pc:sldMk cId="84175319" sldId="267"/>
            <ac:inkMk id="132" creationId="{372FA549-5395-3546-6D72-8B8F3E7570C5}"/>
          </ac:inkMkLst>
        </pc:inkChg>
        <pc:inkChg chg="add mod">
          <ac:chgData name="Manuel Casillas" userId="cc0ef865b6a61cf1" providerId="LiveId" clId="{69EE43AA-446E-4E44-B8AE-E4F47F31779F}" dt="2025-08-01T17:20:59.237" v="173"/>
          <ac:inkMkLst>
            <pc:docMk/>
            <pc:sldMk cId="84175319" sldId="267"/>
            <ac:inkMk id="133" creationId="{3BB43C4E-F854-9A71-CBD6-64ED7274993E}"/>
          </ac:inkMkLst>
        </pc:inkChg>
        <pc:inkChg chg="add mod">
          <ac:chgData name="Manuel Casillas" userId="cc0ef865b6a61cf1" providerId="LiveId" clId="{69EE43AA-446E-4E44-B8AE-E4F47F31779F}" dt="2025-08-01T17:20:36.479" v="164"/>
          <ac:inkMkLst>
            <pc:docMk/>
            <pc:sldMk cId="84175319" sldId="267"/>
            <ac:inkMk id="134" creationId="{D7AE0EDF-5AD0-73EB-4315-995DD5DE5E1D}"/>
          </ac:inkMkLst>
        </pc:inkChg>
        <pc:inkChg chg="add mod">
          <ac:chgData name="Manuel Casillas" userId="cc0ef865b6a61cf1" providerId="LiveId" clId="{69EE43AA-446E-4E44-B8AE-E4F47F31779F}" dt="2025-08-01T17:19:31.902" v="139"/>
          <ac:inkMkLst>
            <pc:docMk/>
            <pc:sldMk cId="84175319" sldId="267"/>
            <ac:inkMk id="135" creationId="{DC0DA887-4768-90B4-0933-E18B49C86164}"/>
          </ac:inkMkLst>
        </pc:inkChg>
        <pc:inkChg chg="add mod">
          <ac:chgData name="Manuel Casillas" userId="cc0ef865b6a61cf1" providerId="LiveId" clId="{69EE43AA-446E-4E44-B8AE-E4F47F31779F}" dt="2025-08-01T17:19:31.902" v="139"/>
          <ac:inkMkLst>
            <pc:docMk/>
            <pc:sldMk cId="84175319" sldId="267"/>
            <ac:inkMk id="136" creationId="{9D2804B1-E471-4E38-24F1-3E3D02DCC1D0}"/>
          </ac:inkMkLst>
        </pc:inkChg>
        <pc:inkChg chg="add mod">
          <ac:chgData name="Manuel Casillas" userId="cc0ef865b6a61cf1" providerId="LiveId" clId="{69EE43AA-446E-4E44-B8AE-E4F47F31779F}" dt="2025-08-01T17:27:20.016" v="276"/>
          <ac:inkMkLst>
            <pc:docMk/>
            <pc:sldMk cId="84175319" sldId="267"/>
            <ac:inkMk id="137" creationId="{2254229F-B4DC-5CB7-80D7-BFD9F6E1EC19}"/>
          </ac:inkMkLst>
        </pc:inkChg>
        <pc:inkChg chg="add mod">
          <ac:chgData name="Manuel Casillas" userId="cc0ef865b6a61cf1" providerId="LiveId" clId="{69EE43AA-446E-4E44-B8AE-E4F47F31779F}" dt="2025-08-01T17:19:31.902" v="139"/>
          <ac:inkMkLst>
            <pc:docMk/>
            <pc:sldMk cId="84175319" sldId="267"/>
            <ac:inkMk id="138" creationId="{358218E5-9ED5-99F5-621C-F800B74BE518}"/>
          </ac:inkMkLst>
        </pc:inkChg>
        <pc:inkChg chg="add mod">
          <ac:chgData name="Manuel Casillas" userId="cc0ef865b6a61cf1" providerId="LiveId" clId="{69EE43AA-446E-4E44-B8AE-E4F47F31779F}" dt="2025-08-01T17:20:34.133" v="158"/>
          <ac:inkMkLst>
            <pc:docMk/>
            <pc:sldMk cId="84175319" sldId="267"/>
            <ac:inkMk id="139" creationId="{CC252F21-FDA4-9C2D-005A-7B7FE3DE088B}"/>
          </ac:inkMkLst>
        </pc:inkChg>
        <pc:inkChg chg="add mod">
          <ac:chgData name="Manuel Casillas" userId="cc0ef865b6a61cf1" providerId="LiveId" clId="{69EE43AA-446E-4E44-B8AE-E4F47F31779F}" dt="2025-08-01T17:20:59.237" v="173"/>
          <ac:inkMkLst>
            <pc:docMk/>
            <pc:sldMk cId="84175319" sldId="267"/>
            <ac:inkMk id="140" creationId="{A51EE068-6037-C6BE-5BF1-C873B83AA4B1}"/>
          </ac:inkMkLst>
        </pc:inkChg>
        <pc:inkChg chg="add mod">
          <ac:chgData name="Manuel Casillas" userId="cc0ef865b6a61cf1" providerId="LiveId" clId="{69EE43AA-446E-4E44-B8AE-E4F47F31779F}" dt="2025-08-01T17:20:34.133" v="158"/>
          <ac:inkMkLst>
            <pc:docMk/>
            <pc:sldMk cId="84175319" sldId="267"/>
            <ac:inkMk id="141" creationId="{128E62EE-DCDD-2EEE-2A8E-974A3F89FBF6}"/>
          </ac:inkMkLst>
        </pc:inkChg>
        <pc:inkChg chg="add">
          <ac:chgData name="Manuel Casillas" userId="cc0ef865b6a61cf1" providerId="LiveId" clId="{69EE43AA-446E-4E44-B8AE-E4F47F31779F}" dt="2025-08-01T17:19:49.706" v="140" actId="9405"/>
          <ac:inkMkLst>
            <pc:docMk/>
            <pc:sldMk cId="84175319" sldId="267"/>
            <ac:inkMk id="144" creationId="{DD045804-C501-62E3-C11E-8E1350CDFAA6}"/>
          </ac:inkMkLst>
        </pc:inkChg>
        <pc:inkChg chg="add mod">
          <ac:chgData name="Manuel Casillas" userId="cc0ef865b6a61cf1" providerId="LiveId" clId="{69EE43AA-446E-4E44-B8AE-E4F47F31779F}" dt="2025-08-01T17:20:59.237" v="173"/>
          <ac:inkMkLst>
            <pc:docMk/>
            <pc:sldMk cId="84175319" sldId="267"/>
            <ac:inkMk id="145" creationId="{767106B7-3FA2-49ED-4404-09C8C30F6B01}"/>
          </ac:inkMkLst>
        </pc:inkChg>
        <pc:inkChg chg="add mod">
          <ac:chgData name="Manuel Casillas" userId="cc0ef865b6a61cf1" providerId="LiveId" clId="{69EE43AA-446E-4E44-B8AE-E4F47F31779F}" dt="2025-08-01T17:27:17.908" v="274"/>
          <ac:inkMkLst>
            <pc:docMk/>
            <pc:sldMk cId="84175319" sldId="267"/>
            <ac:inkMk id="146" creationId="{FEABF4BF-6039-0109-1BB9-52A77ECA2FAF}"/>
          </ac:inkMkLst>
        </pc:inkChg>
        <pc:inkChg chg="add">
          <ac:chgData name="Manuel Casillas" userId="cc0ef865b6a61cf1" providerId="LiveId" clId="{69EE43AA-446E-4E44-B8AE-E4F47F31779F}" dt="2025-08-01T17:20:07.833" v="144" actId="9405"/>
          <ac:inkMkLst>
            <pc:docMk/>
            <pc:sldMk cId="84175319" sldId="267"/>
            <ac:inkMk id="148" creationId="{1CA93207-C4E0-226C-DC6A-F56D0A549227}"/>
          </ac:inkMkLst>
        </pc:inkChg>
        <pc:inkChg chg="add mod">
          <ac:chgData name="Manuel Casillas" userId="cc0ef865b6a61cf1" providerId="LiveId" clId="{69EE43AA-446E-4E44-B8AE-E4F47F31779F}" dt="2025-08-01T17:20:25.005" v="150"/>
          <ac:inkMkLst>
            <pc:docMk/>
            <pc:sldMk cId="84175319" sldId="267"/>
            <ac:inkMk id="149" creationId="{3EB980D4-34B0-DDF6-0AE4-F9F015B09843}"/>
          </ac:inkMkLst>
        </pc:inkChg>
        <pc:inkChg chg="add mod">
          <ac:chgData name="Manuel Casillas" userId="cc0ef865b6a61cf1" providerId="LiveId" clId="{69EE43AA-446E-4E44-B8AE-E4F47F31779F}" dt="2025-08-01T17:20:25.005" v="150"/>
          <ac:inkMkLst>
            <pc:docMk/>
            <pc:sldMk cId="84175319" sldId="267"/>
            <ac:inkMk id="150" creationId="{39224AFB-DC88-6794-06D5-76003879718C}"/>
          </ac:inkMkLst>
        </pc:inkChg>
        <pc:inkChg chg="add mod">
          <ac:chgData name="Manuel Casillas" userId="cc0ef865b6a61cf1" providerId="LiveId" clId="{69EE43AA-446E-4E44-B8AE-E4F47F31779F}" dt="2025-08-01T17:20:25.005" v="150"/>
          <ac:inkMkLst>
            <pc:docMk/>
            <pc:sldMk cId="84175319" sldId="267"/>
            <ac:inkMk id="151" creationId="{BFA13669-F6D8-CEBE-713C-A208D96010BE}"/>
          </ac:inkMkLst>
        </pc:inkChg>
        <pc:inkChg chg="add mod">
          <ac:chgData name="Manuel Casillas" userId="cc0ef865b6a61cf1" providerId="LiveId" clId="{69EE43AA-446E-4E44-B8AE-E4F47F31779F}" dt="2025-08-01T17:20:25.005" v="150"/>
          <ac:inkMkLst>
            <pc:docMk/>
            <pc:sldMk cId="84175319" sldId="267"/>
            <ac:inkMk id="152" creationId="{03A9B91F-51E4-B641-2622-974C953533C2}"/>
          </ac:inkMkLst>
        </pc:inkChg>
        <pc:inkChg chg="add mod">
          <ac:chgData name="Manuel Casillas" userId="cc0ef865b6a61cf1" providerId="LiveId" clId="{69EE43AA-446E-4E44-B8AE-E4F47F31779F}" dt="2025-08-01T17:20:25.005" v="150"/>
          <ac:inkMkLst>
            <pc:docMk/>
            <pc:sldMk cId="84175319" sldId="267"/>
            <ac:inkMk id="153" creationId="{62E1DD11-4A10-EF94-B399-3EE9C38E7DE8}"/>
          </ac:inkMkLst>
        </pc:inkChg>
        <pc:inkChg chg="add mod">
          <ac:chgData name="Manuel Casillas" userId="cc0ef865b6a61cf1" providerId="LiveId" clId="{69EE43AA-446E-4E44-B8AE-E4F47F31779F}" dt="2025-08-01T17:20:27.168" v="153"/>
          <ac:inkMkLst>
            <pc:docMk/>
            <pc:sldMk cId="84175319" sldId="267"/>
            <ac:inkMk id="155" creationId="{8F55A126-A66F-2194-9B2A-BA6C0B99C91A}"/>
          </ac:inkMkLst>
        </pc:inkChg>
        <pc:inkChg chg="add mod">
          <ac:chgData name="Manuel Casillas" userId="cc0ef865b6a61cf1" providerId="LiveId" clId="{69EE43AA-446E-4E44-B8AE-E4F47F31779F}" dt="2025-08-01T17:20:27.168" v="153"/>
          <ac:inkMkLst>
            <pc:docMk/>
            <pc:sldMk cId="84175319" sldId="267"/>
            <ac:inkMk id="156" creationId="{0BC11759-88F7-592F-FD5D-7A874AEA4DC2}"/>
          </ac:inkMkLst>
        </pc:inkChg>
        <pc:inkChg chg="add">
          <ac:chgData name="Manuel Casillas" userId="cc0ef865b6a61cf1" providerId="LiveId" clId="{69EE43AA-446E-4E44-B8AE-E4F47F31779F}" dt="2025-08-01T17:20:32.683" v="154" actId="9405"/>
          <ac:inkMkLst>
            <pc:docMk/>
            <pc:sldMk cId="84175319" sldId="267"/>
            <ac:inkMk id="158" creationId="{8F3F9AF1-9FE4-EAA8-EEAC-DAD7CC524D22}"/>
          </ac:inkMkLst>
        </pc:inkChg>
        <pc:inkChg chg="add">
          <ac:chgData name="Manuel Casillas" userId="cc0ef865b6a61cf1" providerId="LiveId" clId="{69EE43AA-446E-4E44-B8AE-E4F47F31779F}" dt="2025-08-01T17:20:33.121" v="155" actId="9405"/>
          <ac:inkMkLst>
            <pc:docMk/>
            <pc:sldMk cId="84175319" sldId="267"/>
            <ac:inkMk id="159" creationId="{B64550E9-5617-8366-4A4E-C562D395F259}"/>
          </ac:inkMkLst>
        </pc:inkChg>
        <pc:inkChg chg="add mod">
          <ac:chgData name="Manuel Casillas" userId="cc0ef865b6a61cf1" providerId="LiveId" clId="{69EE43AA-446E-4E44-B8AE-E4F47F31779F}" dt="2025-08-01T17:27:20.016" v="276"/>
          <ac:inkMkLst>
            <pc:docMk/>
            <pc:sldMk cId="84175319" sldId="267"/>
            <ac:inkMk id="160" creationId="{2F683474-DCBE-20A3-3D81-EEDD6C43C27B}"/>
          </ac:inkMkLst>
        </pc:inkChg>
        <pc:inkChg chg="add">
          <ac:chgData name="Manuel Casillas" userId="cc0ef865b6a61cf1" providerId="LiveId" clId="{69EE43AA-446E-4E44-B8AE-E4F47F31779F}" dt="2025-08-01T17:20:33.589" v="157" actId="9405"/>
          <ac:inkMkLst>
            <pc:docMk/>
            <pc:sldMk cId="84175319" sldId="267"/>
            <ac:inkMk id="161" creationId="{58829519-2E9B-927E-A13D-AEEE33E96E03}"/>
          </ac:inkMkLst>
        </pc:inkChg>
        <pc:inkChg chg="add mod">
          <ac:chgData name="Manuel Casillas" userId="cc0ef865b6a61cf1" providerId="LiveId" clId="{69EE43AA-446E-4E44-B8AE-E4F47F31779F}" dt="2025-08-01T17:27:20.016" v="276"/>
          <ac:inkMkLst>
            <pc:docMk/>
            <pc:sldMk cId="84175319" sldId="267"/>
            <ac:inkMk id="163" creationId="{DF1DDEF6-4E2A-3C6E-39B3-BC365D94D362}"/>
          </ac:inkMkLst>
        </pc:inkChg>
        <pc:inkChg chg="add">
          <ac:chgData name="Manuel Casillas" userId="cc0ef865b6a61cf1" providerId="LiveId" clId="{69EE43AA-446E-4E44-B8AE-E4F47F31779F}" dt="2025-08-01T17:20:35.364" v="160" actId="9405"/>
          <ac:inkMkLst>
            <pc:docMk/>
            <pc:sldMk cId="84175319" sldId="267"/>
            <ac:inkMk id="164" creationId="{C0FDBCFA-BE05-0A7B-1126-CB641E59F981}"/>
          </ac:inkMkLst>
        </pc:inkChg>
        <pc:inkChg chg="add">
          <ac:chgData name="Manuel Casillas" userId="cc0ef865b6a61cf1" providerId="LiveId" clId="{69EE43AA-446E-4E44-B8AE-E4F47F31779F}" dt="2025-08-01T17:20:35.530" v="161" actId="9405"/>
          <ac:inkMkLst>
            <pc:docMk/>
            <pc:sldMk cId="84175319" sldId="267"/>
            <ac:inkMk id="165" creationId="{856F61E9-8C8A-BC79-6316-55C52C73850C}"/>
          </ac:inkMkLst>
        </pc:inkChg>
        <pc:inkChg chg="add mod">
          <ac:chgData name="Manuel Casillas" userId="cc0ef865b6a61cf1" providerId="LiveId" clId="{69EE43AA-446E-4E44-B8AE-E4F47F31779F}" dt="2025-08-01T17:20:59.237" v="173"/>
          <ac:inkMkLst>
            <pc:docMk/>
            <pc:sldMk cId="84175319" sldId="267"/>
            <ac:inkMk id="166" creationId="{69721F5F-2129-171D-6D23-9D8B7BED2186}"/>
          </ac:inkMkLst>
        </pc:inkChg>
        <pc:inkChg chg="add">
          <ac:chgData name="Manuel Casillas" userId="cc0ef865b6a61cf1" providerId="LiveId" clId="{69EE43AA-446E-4E44-B8AE-E4F47F31779F}" dt="2025-08-01T17:20:35.811" v="163" actId="9405"/>
          <ac:inkMkLst>
            <pc:docMk/>
            <pc:sldMk cId="84175319" sldId="267"/>
            <ac:inkMk id="167" creationId="{BA7E624C-E093-6223-D1DE-49A354DD2946}"/>
          </ac:inkMkLst>
        </pc:inkChg>
        <pc:inkChg chg="add mod">
          <ac:chgData name="Manuel Casillas" userId="cc0ef865b6a61cf1" providerId="LiveId" clId="{69EE43AA-446E-4E44-B8AE-E4F47F31779F}" dt="2025-08-01T17:27:20.016" v="276"/>
          <ac:inkMkLst>
            <pc:docMk/>
            <pc:sldMk cId="84175319" sldId="267"/>
            <ac:inkMk id="169" creationId="{9CDF7A66-8894-B28B-A00E-FD364654AC97}"/>
          </ac:inkMkLst>
        </pc:inkChg>
        <pc:inkChg chg="add mod">
          <ac:chgData name="Manuel Casillas" userId="cc0ef865b6a61cf1" providerId="LiveId" clId="{69EE43AA-446E-4E44-B8AE-E4F47F31779F}" dt="2025-08-01T17:26:56.139" v="267"/>
          <ac:inkMkLst>
            <pc:docMk/>
            <pc:sldMk cId="84175319" sldId="267"/>
            <ac:inkMk id="170" creationId="{19FBCBB2-BC2A-1794-240C-CAE499F3B399}"/>
          </ac:inkMkLst>
        </pc:inkChg>
        <pc:inkChg chg="add">
          <ac:chgData name="Manuel Casillas" userId="cc0ef865b6a61cf1" providerId="LiveId" clId="{69EE43AA-446E-4E44-B8AE-E4F47F31779F}" dt="2025-08-01T17:20:49.751" v="167" actId="9405"/>
          <ac:inkMkLst>
            <pc:docMk/>
            <pc:sldMk cId="84175319" sldId="267"/>
            <ac:inkMk id="171" creationId="{7D7DF08E-D60C-27A7-7420-9FBC09008AB4}"/>
          </ac:inkMkLst>
        </pc:inkChg>
        <pc:inkChg chg="add mod">
          <ac:chgData name="Manuel Casillas" userId="cc0ef865b6a61cf1" providerId="LiveId" clId="{69EE43AA-446E-4E44-B8AE-E4F47F31779F}" dt="2025-08-01T17:26:56.139" v="267"/>
          <ac:inkMkLst>
            <pc:docMk/>
            <pc:sldMk cId="84175319" sldId="267"/>
            <ac:inkMk id="172" creationId="{E2354683-53D2-68E2-E859-EBAF6084B05F}"/>
          </ac:inkMkLst>
        </pc:inkChg>
        <pc:inkChg chg="add">
          <ac:chgData name="Manuel Casillas" userId="cc0ef865b6a61cf1" providerId="LiveId" clId="{69EE43AA-446E-4E44-B8AE-E4F47F31779F}" dt="2025-08-01T17:20:52.394" v="169" actId="9405"/>
          <ac:inkMkLst>
            <pc:docMk/>
            <pc:sldMk cId="84175319" sldId="267"/>
            <ac:inkMk id="173" creationId="{B6BDE0D1-0E4C-455E-DF86-7383E7F5F3B1}"/>
          </ac:inkMkLst>
        </pc:inkChg>
        <pc:inkChg chg="add">
          <ac:chgData name="Manuel Casillas" userId="cc0ef865b6a61cf1" providerId="LiveId" clId="{69EE43AA-446E-4E44-B8AE-E4F47F31779F}" dt="2025-08-01T17:20:58.274" v="171" actId="9405"/>
          <ac:inkMkLst>
            <pc:docMk/>
            <pc:sldMk cId="84175319" sldId="267"/>
            <ac:inkMk id="176" creationId="{BE5B6739-8C5E-866B-AC8B-B7A53AC66565}"/>
          </ac:inkMkLst>
        </pc:inkChg>
        <pc:inkChg chg="add mod">
          <ac:chgData name="Manuel Casillas" userId="cc0ef865b6a61cf1" providerId="LiveId" clId="{69EE43AA-446E-4E44-B8AE-E4F47F31779F}" dt="2025-08-01T17:20:59.237" v="173"/>
          <ac:inkMkLst>
            <pc:docMk/>
            <pc:sldMk cId="84175319" sldId="267"/>
            <ac:inkMk id="177" creationId="{B3C6E6E4-B72A-218E-FE9D-1291577A2E33}"/>
          </ac:inkMkLst>
        </pc:inkChg>
        <pc:inkChg chg="add mod">
          <ac:chgData name="Manuel Casillas" userId="cc0ef865b6a61cf1" providerId="LiveId" clId="{69EE43AA-446E-4E44-B8AE-E4F47F31779F}" dt="2025-08-01T17:21:06.649" v="179"/>
          <ac:inkMkLst>
            <pc:docMk/>
            <pc:sldMk cId="84175319" sldId="267"/>
            <ac:inkMk id="179" creationId="{A651C738-502F-7EB9-833D-22751CFF1F81}"/>
          </ac:inkMkLst>
        </pc:inkChg>
        <pc:inkChg chg="add mod">
          <ac:chgData name="Manuel Casillas" userId="cc0ef865b6a61cf1" providerId="LiveId" clId="{69EE43AA-446E-4E44-B8AE-E4F47F31779F}" dt="2025-08-01T17:27:17.908" v="274"/>
          <ac:inkMkLst>
            <pc:docMk/>
            <pc:sldMk cId="84175319" sldId="267"/>
            <ac:inkMk id="180" creationId="{CA457751-99F3-F049-E7D3-9913325353BB}"/>
          </ac:inkMkLst>
        </pc:inkChg>
        <pc:inkChg chg="add mod">
          <ac:chgData name="Manuel Casillas" userId="cc0ef865b6a61cf1" providerId="LiveId" clId="{69EE43AA-446E-4E44-B8AE-E4F47F31779F}" dt="2025-08-01T17:21:06.649" v="179"/>
          <ac:inkMkLst>
            <pc:docMk/>
            <pc:sldMk cId="84175319" sldId="267"/>
            <ac:inkMk id="181" creationId="{3012F377-FE89-1308-D17C-70B8ADA92C7A}"/>
          </ac:inkMkLst>
        </pc:inkChg>
        <pc:inkChg chg="add mod">
          <ac:chgData name="Manuel Casillas" userId="cc0ef865b6a61cf1" providerId="LiveId" clId="{69EE43AA-446E-4E44-B8AE-E4F47F31779F}" dt="2025-08-01T17:22:00.663" v="227"/>
          <ac:inkMkLst>
            <pc:docMk/>
            <pc:sldMk cId="84175319" sldId="267"/>
            <ac:inkMk id="183" creationId="{97C400B1-6F4E-DDD5-DCE0-3F5C410DEF4C}"/>
          </ac:inkMkLst>
        </pc:inkChg>
        <pc:inkChg chg="add mod">
          <ac:chgData name="Manuel Casillas" userId="cc0ef865b6a61cf1" providerId="LiveId" clId="{69EE43AA-446E-4E44-B8AE-E4F47F31779F}" dt="2025-08-01T17:21:12.149" v="185"/>
          <ac:inkMkLst>
            <pc:docMk/>
            <pc:sldMk cId="84175319" sldId="267"/>
            <ac:inkMk id="185" creationId="{F8687988-4455-3689-E422-1BEC67A7E441}"/>
          </ac:inkMkLst>
        </pc:inkChg>
        <pc:inkChg chg="add mod">
          <ac:chgData name="Manuel Casillas" userId="cc0ef865b6a61cf1" providerId="LiveId" clId="{69EE43AA-446E-4E44-B8AE-E4F47F31779F}" dt="2025-08-01T17:27:17.908" v="274"/>
          <ac:inkMkLst>
            <pc:docMk/>
            <pc:sldMk cId="84175319" sldId="267"/>
            <ac:inkMk id="186" creationId="{552B0633-C9E7-B7EB-C2AB-EC11AAC0F2EA}"/>
          </ac:inkMkLst>
        </pc:inkChg>
        <pc:inkChg chg="add mod">
          <ac:chgData name="Manuel Casillas" userId="cc0ef865b6a61cf1" providerId="LiveId" clId="{69EE43AA-446E-4E44-B8AE-E4F47F31779F}" dt="2025-08-01T17:24:34.399" v="257"/>
          <ac:inkMkLst>
            <pc:docMk/>
            <pc:sldMk cId="84175319" sldId="267"/>
            <ac:inkMk id="188" creationId="{252E3DBA-3EB8-8245-3389-504D6D9135B2}"/>
          </ac:inkMkLst>
        </pc:inkChg>
        <pc:inkChg chg="add mod">
          <ac:chgData name="Manuel Casillas" userId="cc0ef865b6a61cf1" providerId="LiveId" clId="{69EE43AA-446E-4E44-B8AE-E4F47F31779F}" dt="2025-08-01T17:21:12.149" v="185"/>
          <ac:inkMkLst>
            <pc:docMk/>
            <pc:sldMk cId="84175319" sldId="267"/>
            <ac:inkMk id="189" creationId="{4D24EF7B-8E29-7387-5ED2-FF9D77E92146}"/>
          </ac:inkMkLst>
        </pc:inkChg>
        <pc:inkChg chg="add mod">
          <ac:chgData name="Manuel Casillas" userId="cc0ef865b6a61cf1" providerId="LiveId" clId="{69EE43AA-446E-4E44-B8AE-E4F47F31779F}" dt="2025-08-01T17:21:19.272" v="193"/>
          <ac:inkMkLst>
            <pc:docMk/>
            <pc:sldMk cId="84175319" sldId="267"/>
            <ac:inkMk id="191" creationId="{EC8C4FBC-0544-85FD-7F3A-3ACAEAA3B79E}"/>
          </ac:inkMkLst>
        </pc:inkChg>
        <pc:inkChg chg="add mod">
          <ac:chgData name="Manuel Casillas" userId="cc0ef865b6a61cf1" providerId="LiveId" clId="{69EE43AA-446E-4E44-B8AE-E4F47F31779F}" dt="2025-08-01T17:21:19.272" v="193"/>
          <ac:inkMkLst>
            <pc:docMk/>
            <pc:sldMk cId="84175319" sldId="267"/>
            <ac:inkMk id="192" creationId="{3F50C641-BC09-DD3E-F1DF-56C14C542E9C}"/>
          </ac:inkMkLst>
        </pc:inkChg>
        <pc:inkChg chg="add mod">
          <ac:chgData name="Manuel Casillas" userId="cc0ef865b6a61cf1" providerId="LiveId" clId="{69EE43AA-446E-4E44-B8AE-E4F47F31779F}" dt="2025-08-01T17:27:20.016" v="276"/>
          <ac:inkMkLst>
            <pc:docMk/>
            <pc:sldMk cId="84175319" sldId="267"/>
            <ac:inkMk id="193" creationId="{81FE08F2-7991-33AF-D200-331400AA37ED}"/>
          </ac:inkMkLst>
        </pc:inkChg>
        <pc:inkChg chg="add mod">
          <ac:chgData name="Manuel Casillas" userId="cc0ef865b6a61cf1" providerId="LiveId" clId="{69EE43AA-446E-4E44-B8AE-E4F47F31779F}" dt="2025-08-01T17:26:56.139" v="267"/>
          <ac:inkMkLst>
            <pc:docMk/>
            <pc:sldMk cId="84175319" sldId="267"/>
            <ac:inkMk id="194" creationId="{83ABE17E-77AF-07A4-4B82-86474BC36C0E}"/>
          </ac:inkMkLst>
        </pc:inkChg>
        <pc:inkChg chg="add mod">
          <ac:chgData name="Manuel Casillas" userId="cc0ef865b6a61cf1" providerId="LiveId" clId="{69EE43AA-446E-4E44-B8AE-E4F47F31779F}" dt="2025-08-01T17:21:19.272" v="193"/>
          <ac:inkMkLst>
            <pc:docMk/>
            <pc:sldMk cId="84175319" sldId="267"/>
            <ac:inkMk id="195" creationId="{89E92657-55FB-EBF4-4FF5-5C82640DDF28}"/>
          </ac:inkMkLst>
        </pc:inkChg>
        <pc:inkChg chg="add mod">
          <ac:chgData name="Manuel Casillas" userId="cc0ef865b6a61cf1" providerId="LiveId" clId="{69EE43AA-446E-4E44-B8AE-E4F47F31779F}" dt="2025-08-01T17:21:19.272" v="193"/>
          <ac:inkMkLst>
            <pc:docMk/>
            <pc:sldMk cId="84175319" sldId="267"/>
            <ac:inkMk id="196" creationId="{E3EAEDD7-B48F-E97D-AEC2-C9D68C929C61}"/>
          </ac:inkMkLst>
        </pc:inkChg>
        <pc:inkChg chg="add mod">
          <ac:chgData name="Manuel Casillas" userId="cc0ef865b6a61cf1" providerId="LiveId" clId="{69EE43AA-446E-4E44-B8AE-E4F47F31779F}" dt="2025-08-01T17:21:19.272" v="193"/>
          <ac:inkMkLst>
            <pc:docMk/>
            <pc:sldMk cId="84175319" sldId="267"/>
            <ac:inkMk id="197" creationId="{E4B048DC-2F65-2545-1880-A59F7E43194C}"/>
          </ac:inkMkLst>
        </pc:inkChg>
        <pc:inkChg chg="add mod">
          <ac:chgData name="Manuel Casillas" userId="cc0ef865b6a61cf1" providerId="LiveId" clId="{69EE43AA-446E-4E44-B8AE-E4F47F31779F}" dt="2025-08-01T17:21:29.359" v="206"/>
          <ac:inkMkLst>
            <pc:docMk/>
            <pc:sldMk cId="84175319" sldId="267"/>
            <ac:inkMk id="199" creationId="{3E018670-CDCA-2607-1B73-7432D48AC1EC}"/>
          </ac:inkMkLst>
        </pc:inkChg>
        <pc:inkChg chg="add mod">
          <ac:chgData name="Manuel Casillas" userId="cc0ef865b6a61cf1" providerId="LiveId" clId="{69EE43AA-446E-4E44-B8AE-E4F47F31779F}" dt="2025-08-01T17:23:33.587" v="229"/>
          <ac:inkMkLst>
            <pc:docMk/>
            <pc:sldMk cId="84175319" sldId="267"/>
            <ac:inkMk id="200" creationId="{951DD50C-01DF-7443-38A2-C7F3728144BC}"/>
          </ac:inkMkLst>
        </pc:inkChg>
        <pc:inkChg chg="add mod">
          <ac:chgData name="Manuel Casillas" userId="cc0ef865b6a61cf1" providerId="LiveId" clId="{69EE43AA-446E-4E44-B8AE-E4F47F31779F}" dt="2025-08-01T17:21:29.359" v="206"/>
          <ac:inkMkLst>
            <pc:docMk/>
            <pc:sldMk cId="84175319" sldId="267"/>
            <ac:inkMk id="201" creationId="{37912F01-BB9C-76CF-16F3-4EE7A040368A}"/>
          </ac:inkMkLst>
        </pc:inkChg>
        <pc:inkChg chg="add mod">
          <ac:chgData name="Manuel Casillas" userId="cc0ef865b6a61cf1" providerId="LiveId" clId="{69EE43AA-446E-4E44-B8AE-E4F47F31779F}" dt="2025-08-01T17:26:00.383" v="259"/>
          <ac:inkMkLst>
            <pc:docMk/>
            <pc:sldMk cId="84175319" sldId="267"/>
            <ac:inkMk id="202" creationId="{F6A0819A-93F4-3E20-AE03-24C0A3EC7183}"/>
          </ac:inkMkLst>
        </pc:inkChg>
        <pc:inkChg chg="add mod">
          <ac:chgData name="Manuel Casillas" userId="cc0ef865b6a61cf1" providerId="LiveId" clId="{69EE43AA-446E-4E44-B8AE-E4F47F31779F}" dt="2025-08-01T17:23:47.894" v="233"/>
          <ac:inkMkLst>
            <pc:docMk/>
            <pc:sldMk cId="84175319" sldId="267"/>
            <ac:inkMk id="203" creationId="{CEA640D6-6963-58A2-558B-FD93317AA1DE}"/>
          </ac:inkMkLst>
        </pc:inkChg>
        <pc:inkChg chg="add mod">
          <ac:chgData name="Manuel Casillas" userId="cc0ef865b6a61cf1" providerId="LiveId" clId="{69EE43AA-446E-4E44-B8AE-E4F47F31779F}" dt="2025-08-01T17:23:47.894" v="233"/>
          <ac:inkMkLst>
            <pc:docMk/>
            <pc:sldMk cId="84175319" sldId="267"/>
            <ac:inkMk id="204" creationId="{0DFE723E-1AC5-3D4D-422C-E2A99B1DF0DC}"/>
          </ac:inkMkLst>
        </pc:inkChg>
        <pc:inkChg chg="add mod">
          <ac:chgData name="Manuel Casillas" userId="cc0ef865b6a61cf1" providerId="LiveId" clId="{69EE43AA-446E-4E44-B8AE-E4F47F31779F}" dt="2025-08-01T17:23:33.587" v="229"/>
          <ac:inkMkLst>
            <pc:docMk/>
            <pc:sldMk cId="84175319" sldId="267"/>
            <ac:inkMk id="205" creationId="{1287C99B-0387-A03F-C682-3E51A2F98194}"/>
          </ac:inkMkLst>
        </pc:inkChg>
        <pc:inkChg chg="add">
          <ac:chgData name="Manuel Casillas" userId="cc0ef865b6a61cf1" providerId="LiveId" clId="{69EE43AA-446E-4E44-B8AE-E4F47F31779F}" dt="2025-08-01T17:21:27.578" v="201" actId="9405"/>
          <ac:inkMkLst>
            <pc:docMk/>
            <pc:sldMk cId="84175319" sldId="267"/>
            <ac:inkMk id="206" creationId="{DDE93DA9-1AB6-BE0C-AB3B-1F2A95A9ED8B}"/>
          </ac:inkMkLst>
        </pc:inkChg>
        <pc:inkChg chg="add mod">
          <ac:chgData name="Manuel Casillas" userId="cc0ef865b6a61cf1" providerId="LiveId" clId="{69EE43AA-446E-4E44-B8AE-E4F47F31779F}" dt="2025-08-01T17:26:00.383" v="259"/>
          <ac:inkMkLst>
            <pc:docMk/>
            <pc:sldMk cId="84175319" sldId="267"/>
            <ac:inkMk id="207" creationId="{AA6565EC-5259-BBF8-8359-41C0BE975AA3}"/>
          </ac:inkMkLst>
        </pc:inkChg>
        <pc:inkChg chg="add">
          <ac:chgData name="Manuel Casillas" userId="cc0ef865b6a61cf1" providerId="LiveId" clId="{69EE43AA-446E-4E44-B8AE-E4F47F31779F}" dt="2025-08-01T17:21:28.013" v="203" actId="9405"/>
          <ac:inkMkLst>
            <pc:docMk/>
            <pc:sldMk cId="84175319" sldId="267"/>
            <ac:inkMk id="208" creationId="{ED4E9CCD-C8CE-F5D0-A104-79F85FA1D77D}"/>
          </ac:inkMkLst>
        </pc:inkChg>
        <pc:inkChg chg="add mod">
          <ac:chgData name="Manuel Casillas" userId="cc0ef865b6a61cf1" providerId="LiveId" clId="{69EE43AA-446E-4E44-B8AE-E4F47F31779F}" dt="2025-08-01T17:23:47.894" v="233"/>
          <ac:inkMkLst>
            <pc:docMk/>
            <pc:sldMk cId="84175319" sldId="267"/>
            <ac:inkMk id="209" creationId="{83A0BE12-DBEC-8736-4DB7-01CDB5D0AFB1}"/>
          </ac:inkMkLst>
        </pc:inkChg>
        <pc:inkChg chg="add mod">
          <ac:chgData name="Manuel Casillas" userId="cc0ef865b6a61cf1" providerId="LiveId" clId="{69EE43AA-446E-4E44-B8AE-E4F47F31779F}" dt="2025-08-01T17:26:00.383" v="259"/>
          <ac:inkMkLst>
            <pc:docMk/>
            <pc:sldMk cId="84175319" sldId="267"/>
            <ac:inkMk id="210" creationId="{3F221787-2CBB-A18C-42F9-A5EE0DC3376D}"/>
          </ac:inkMkLst>
        </pc:inkChg>
        <pc:inkChg chg="add mod">
          <ac:chgData name="Manuel Casillas" userId="cc0ef865b6a61cf1" providerId="LiveId" clId="{69EE43AA-446E-4E44-B8AE-E4F47F31779F}" dt="2025-08-01T17:21:35.520" v="216"/>
          <ac:inkMkLst>
            <pc:docMk/>
            <pc:sldMk cId="84175319" sldId="267"/>
            <ac:inkMk id="212" creationId="{EC23A00D-0DFD-28D5-92E6-0AB6F0DD001F}"/>
          </ac:inkMkLst>
        </pc:inkChg>
        <pc:inkChg chg="add mod">
          <ac:chgData name="Manuel Casillas" userId="cc0ef865b6a61cf1" providerId="LiveId" clId="{69EE43AA-446E-4E44-B8AE-E4F47F31779F}" dt="2025-08-01T17:21:35.520" v="216"/>
          <ac:inkMkLst>
            <pc:docMk/>
            <pc:sldMk cId="84175319" sldId="267"/>
            <ac:inkMk id="213" creationId="{FE7868D7-CC9B-E5F3-9AC0-A9B33CCD79CE}"/>
          </ac:inkMkLst>
        </pc:inkChg>
        <pc:inkChg chg="add mod">
          <ac:chgData name="Manuel Casillas" userId="cc0ef865b6a61cf1" providerId="LiveId" clId="{69EE43AA-446E-4E44-B8AE-E4F47F31779F}" dt="2025-08-01T17:23:47.894" v="233"/>
          <ac:inkMkLst>
            <pc:docMk/>
            <pc:sldMk cId="84175319" sldId="267"/>
            <ac:inkMk id="214" creationId="{AD602A82-65E6-24A9-663E-5F733E3998E5}"/>
          </ac:inkMkLst>
        </pc:inkChg>
        <pc:inkChg chg="add mod">
          <ac:chgData name="Manuel Casillas" userId="cc0ef865b6a61cf1" providerId="LiveId" clId="{69EE43AA-446E-4E44-B8AE-E4F47F31779F}" dt="2025-08-01T17:26:56.139" v="267"/>
          <ac:inkMkLst>
            <pc:docMk/>
            <pc:sldMk cId="84175319" sldId="267"/>
            <ac:inkMk id="215" creationId="{CF51E586-3321-A95D-1A20-8C8E866606F4}"/>
          </ac:inkMkLst>
        </pc:inkChg>
        <pc:inkChg chg="add mod">
          <ac:chgData name="Manuel Casillas" userId="cc0ef865b6a61cf1" providerId="LiveId" clId="{69EE43AA-446E-4E44-B8AE-E4F47F31779F}" dt="2025-08-01T17:21:35.520" v="216"/>
          <ac:inkMkLst>
            <pc:docMk/>
            <pc:sldMk cId="84175319" sldId="267"/>
            <ac:inkMk id="216" creationId="{868DAFA7-88C3-B8EE-7DC6-BAEC71B73699}"/>
          </ac:inkMkLst>
        </pc:inkChg>
        <pc:inkChg chg="add mod">
          <ac:chgData name="Manuel Casillas" userId="cc0ef865b6a61cf1" providerId="LiveId" clId="{69EE43AA-446E-4E44-B8AE-E4F47F31779F}" dt="2025-08-01T17:26:00.383" v="259"/>
          <ac:inkMkLst>
            <pc:docMk/>
            <pc:sldMk cId="84175319" sldId="267"/>
            <ac:inkMk id="217" creationId="{0912CCA3-6A1E-5036-6368-F56946265567}"/>
          </ac:inkMkLst>
        </pc:inkChg>
        <pc:inkChg chg="add mod">
          <ac:chgData name="Manuel Casillas" userId="cc0ef865b6a61cf1" providerId="LiveId" clId="{69EE43AA-446E-4E44-B8AE-E4F47F31779F}" dt="2025-08-01T17:23:47.894" v="233"/>
          <ac:inkMkLst>
            <pc:docMk/>
            <pc:sldMk cId="84175319" sldId="267"/>
            <ac:inkMk id="218" creationId="{D302553B-CDA7-3569-92F5-096FD5616E1E}"/>
          </ac:inkMkLst>
        </pc:inkChg>
        <pc:inkChg chg="add mod">
          <ac:chgData name="Manuel Casillas" userId="cc0ef865b6a61cf1" providerId="LiveId" clId="{69EE43AA-446E-4E44-B8AE-E4F47F31779F}" dt="2025-08-01T17:21:35.520" v="216"/>
          <ac:inkMkLst>
            <pc:docMk/>
            <pc:sldMk cId="84175319" sldId="267"/>
            <ac:inkMk id="219" creationId="{15F849F2-479F-ADCA-5C30-F37B1367E17F}"/>
          </ac:inkMkLst>
        </pc:inkChg>
        <pc:inkChg chg="add mod">
          <ac:chgData name="Manuel Casillas" userId="cc0ef865b6a61cf1" providerId="LiveId" clId="{69EE43AA-446E-4E44-B8AE-E4F47F31779F}" dt="2025-08-01T17:21:35.520" v="216"/>
          <ac:inkMkLst>
            <pc:docMk/>
            <pc:sldMk cId="84175319" sldId="267"/>
            <ac:inkMk id="220" creationId="{0F682406-35C1-E0AE-0FDE-EF1D769EEACB}"/>
          </ac:inkMkLst>
        </pc:inkChg>
        <pc:inkChg chg="add mod">
          <ac:chgData name="Manuel Casillas" userId="cc0ef865b6a61cf1" providerId="LiveId" clId="{69EE43AA-446E-4E44-B8AE-E4F47F31779F}" dt="2025-08-01T17:23:59.442" v="236"/>
          <ac:inkMkLst>
            <pc:docMk/>
            <pc:sldMk cId="84175319" sldId="267"/>
            <ac:inkMk id="222" creationId="{2032BB7E-8861-DD0A-F64A-1C443E549576}"/>
          </ac:inkMkLst>
        </pc:inkChg>
        <pc:inkChg chg="add mod">
          <ac:chgData name="Manuel Casillas" userId="cc0ef865b6a61cf1" providerId="LiveId" clId="{69EE43AA-446E-4E44-B8AE-E4F47F31779F}" dt="2025-08-01T17:21:56.261" v="225"/>
          <ac:inkMkLst>
            <pc:docMk/>
            <pc:sldMk cId="84175319" sldId="267"/>
            <ac:inkMk id="224" creationId="{61D305A5-CE3F-17C3-DB4F-E53858F490FC}"/>
          </ac:inkMkLst>
        </pc:inkChg>
        <pc:inkChg chg="add mod">
          <ac:chgData name="Manuel Casillas" userId="cc0ef865b6a61cf1" providerId="LiveId" clId="{69EE43AA-446E-4E44-B8AE-E4F47F31779F}" dt="2025-08-01T17:27:17.908" v="274"/>
          <ac:inkMkLst>
            <pc:docMk/>
            <pc:sldMk cId="84175319" sldId="267"/>
            <ac:inkMk id="225" creationId="{31AC8ED5-56A8-FCD8-4B75-51491ACD65E6}"/>
          </ac:inkMkLst>
        </pc:inkChg>
        <pc:inkChg chg="add mod">
          <ac:chgData name="Manuel Casillas" userId="cc0ef865b6a61cf1" providerId="LiveId" clId="{69EE43AA-446E-4E44-B8AE-E4F47F31779F}" dt="2025-08-01T17:21:56.261" v="225"/>
          <ac:inkMkLst>
            <pc:docMk/>
            <pc:sldMk cId="84175319" sldId="267"/>
            <ac:inkMk id="226" creationId="{174B26DC-9694-5ACC-044A-425DC286BD04}"/>
          </ac:inkMkLst>
        </pc:inkChg>
        <pc:inkChg chg="add mod">
          <ac:chgData name="Manuel Casillas" userId="cc0ef865b6a61cf1" providerId="LiveId" clId="{69EE43AA-446E-4E44-B8AE-E4F47F31779F}" dt="2025-08-01T17:21:56.261" v="225"/>
          <ac:inkMkLst>
            <pc:docMk/>
            <pc:sldMk cId="84175319" sldId="267"/>
            <ac:inkMk id="227" creationId="{0BD0A473-3707-3EF6-CC53-F8B0E277A3D3}"/>
          </ac:inkMkLst>
        </pc:inkChg>
        <pc:inkChg chg="add mod">
          <ac:chgData name="Manuel Casillas" userId="cc0ef865b6a61cf1" providerId="LiveId" clId="{69EE43AA-446E-4E44-B8AE-E4F47F31779F}" dt="2025-08-01T17:21:56.261" v="225"/>
          <ac:inkMkLst>
            <pc:docMk/>
            <pc:sldMk cId="84175319" sldId="267"/>
            <ac:inkMk id="228" creationId="{795FDA09-9DB7-A14B-D077-212464B03018}"/>
          </ac:inkMkLst>
        </pc:inkChg>
        <pc:inkChg chg="add mod">
          <ac:chgData name="Manuel Casillas" userId="cc0ef865b6a61cf1" providerId="LiveId" clId="{69EE43AA-446E-4E44-B8AE-E4F47F31779F}" dt="2025-08-01T17:24:34.399" v="257"/>
          <ac:inkMkLst>
            <pc:docMk/>
            <pc:sldMk cId="84175319" sldId="267"/>
            <ac:inkMk id="229" creationId="{998BFD42-AB75-3FB0-1913-767EF14600B0}"/>
          </ac:inkMkLst>
        </pc:inkChg>
        <pc:inkChg chg="add">
          <ac:chgData name="Manuel Casillas" userId="cc0ef865b6a61cf1" providerId="LiveId" clId="{69EE43AA-446E-4E44-B8AE-E4F47F31779F}" dt="2025-08-01T17:21:59.715" v="226" actId="9405"/>
          <ac:inkMkLst>
            <pc:docMk/>
            <pc:sldMk cId="84175319" sldId="267"/>
            <ac:inkMk id="231" creationId="{5A1E3B22-3540-D1E1-B5EA-4185E604EDDE}"/>
          </ac:inkMkLst>
        </pc:inkChg>
        <pc:inkChg chg="add mod">
          <ac:chgData name="Manuel Casillas" userId="cc0ef865b6a61cf1" providerId="LiveId" clId="{69EE43AA-446E-4E44-B8AE-E4F47F31779F}" dt="2025-08-01T17:23:33.587" v="229"/>
          <ac:inkMkLst>
            <pc:docMk/>
            <pc:sldMk cId="84175319" sldId="267"/>
            <ac:inkMk id="233" creationId="{A9CA5F42-7744-DC16-7EFE-84204C0DD12C}"/>
          </ac:inkMkLst>
        </pc:inkChg>
        <pc:inkChg chg="add mod">
          <ac:chgData name="Manuel Casillas" userId="cc0ef865b6a61cf1" providerId="LiveId" clId="{69EE43AA-446E-4E44-B8AE-E4F47F31779F}" dt="2025-08-01T17:23:45.964" v="231"/>
          <ac:inkMkLst>
            <pc:docMk/>
            <pc:sldMk cId="84175319" sldId="267"/>
            <ac:inkMk id="235" creationId="{349886FC-A33F-3CE1-2611-3491717D957B}"/>
          </ac:inkMkLst>
        </pc:inkChg>
        <pc:inkChg chg="add mod">
          <ac:chgData name="Manuel Casillas" userId="cc0ef865b6a61cf1" providerId="LiveId" clId="{69EE43AA-446E-4E44-B8AE-E4F47F31779F}" dt="2025-08-01T17:26:56.139" v="267"/>
          <ac:inkMkLst>
            <pc:docMk/>
            <pc:sldMk cId="84175319" sldId="267"/>
            <ac:inkMk id="237" creationId="{112421AB-EF4F-5D76-C6FF-0909E22DD39D}"/>
          </ac:inkMkLst>
        </pc:inkChg>
        <pc:inkChg chg="add">
          <ac:chgData name="Manuel Casillas" userId="cc0ef865b6a61cf1" providerId="LiveId" clId="{69EE43AA-446E-4E44-B8AE-E4F47F31779F}" dt="2025-08-01T17:23:57.992" v="234" actId="9405"/>
          <ac:inkMkLst>
            <pc:docMk/>
            <pc:sldMk cId="84175319" sldId="267"/>
            <ac:inkMk id="239" creationId="{96C3A6C8-62B0-FA07-FF26-33A6920C7A05}"/>
          </ac:inkMkLst>
        </pc:inkChg>
        <pc:inkChg chg="add">
          <ac:chgData name="Manuel Casillas" userId="cc0ef865b6a61cf1" providerId="LiveId" clId="{69EE43AA-446E-4E44-B8AE-E4F47F31779F}" dt="2025-08-01T17:23:58.457" v="235" actId="9405"/>
          <ac:inkMkLst>
            <pc:docMk/>
            <pc:sldMk cId="84175319" sldId="267"/>
            <ac:inkMk id="240" creationId="{5CF9EB29-E2B9-F73C-C562-B9A502F6B882}"/>
          </ac:inkMkLst>
        </pc:inkChg>
        <pc:inkChg chg="add mod">
          <ac:chgData name="Manuel Casillas" userId="cc0ef865b6a61cf1" providerId="LiveId" clId="{69EE43AA-446E-4E44-B8AE-E4F47F31779F}" dt="2025-08-01T17:24:34.399" v="257"/>
          <ac:inkMkLst>
            <pc:docMk/>
            <pc:sldMk cId="84175319" sldId="267"/>
            <ac:inkMk id="242" creationId="{8A8558BE-DCE2-F289-B610-8B49F8D50288}"/>
          </ac:inkMkLst>
        </pc:inkChg>
        <pc:inkChg chg="add mod">
          <ac:chgData name="Manuel Casillas" userId="cc0ef865b6a61cf1" providerId="LiveId" clId="{69EE43AA-446E-4E44-B8AE-E4F47F31779F}" dt="2025-08-01T17:24:20.817" v="246"/>
          <ac:inkMkLst>
            <pc:docMk/>
            <pc:sldMk cId="84175319" sldId="267"/>
            <ac:inkMk id="244" creationId="{903703E2-DBF5-3BCE-8B02-539B758E3384}"/>
          </ac:inkMkLst>
        </pc:inkChg>
        <pc:inkChg chg="add mod">
          <ac:chgData name="Manuel Casillas" userId="cc0ef865b6a61cf1" providerId="LiveId" clId="{69EE43AA-446E-4E44-B8AE-E4F47F31779F}" dt="2025-08-01T17:24:20.817" v="246"/>
          <ac:inkMkLst>
            <pc:docMk/>
            <pc:sldMk cId="84175319" sldId="267"/>
            <ac:inkMk id="245" creationId="{594E5174-880E-2EE5-B2DC-33EFB5248874}"/>
          </ac:inkMkLst>
        </pc:inkChg>
        <pc:inkChg chg="add mod">
          <ac:chgData name="Manuel Casillas" userId="cc0ef865b6a61cf1" providerId="LiveId" clId="{69EE43AA-446E-4E44-B8AE-E4F47F31779F}" dt="2025-08-01T17:24:20.817" v="246"/>
          <ac:inkMkLst>
            <pc:docMk/>
            <pc:sldMk cId="84175319" sldId="267"/>
            <ac:inkMk id="246" creationId="{5F1E2B10-50D6-5D85-4F34-3994887ABF26}"/>
          </ac:inkMkLst>
        </pc:inkChg>
        <pc:inkChg chg="add mod">
          <ac:chgData name="Manuel Casillas" userId="cc0ef865b6a61cf1" providerId="LiveId" clId="{69EE43AA-446E-4E44-B8AE-E4F47F31779F}" dt="2025-08-01T17:24:20.817" v="246"/>
          <ac:inkMkLst>
            <pc:docMk/>
            <pc:sldMk cId="84175319" sldId="267"/>
            <ac:inkMk id="247" creationId="{3562D63B-34F0-48B3-CDB0-5C16AF2D6BE3}"/>
          </ac:inkMkLst>
        </pc:inkChg>
        <pc:inkChg chg="add mod">
          <ac:chgData name="Manuel Casillas" userId="cc0ef865b6a61cf1" providerId="LiveId" clId="{69EE43AA-446E-4E44-B8AE-E4F47F31779F}" dt="2025-08-01T17:24:20.817" v="246"/>
          <ac:inkMkLst>
            <pc:docMk/>
            <pc:sldMk cId="84175319" sldId="267"/>
            <ac:inkMk id="248" creationId="{2017F640-EF20-42C0-9A82-5BBE7D3FD3FD}"/>
          </ac:inkMkLst>
        </pc:inkChg>
        <pc:inkChg chg="add mod">
          <ac:chgData name="Manuel Casillas" userId="cc0ef865b6a61cf1" providerId="LiveId" clId="{69EE43AA-446E-4E44-B8AE-E4F47F31779F}" dt="2025-08-01T17:24:20.817" v="246"/>
          <ac:inkMkLst>
            <pc:docMk/>
            <pc:sldMk cId="84175319" sldId="267"/>
            <ac:inkMk id="249" creationId="{23ABEF0C-BDF5-A18E-01B1-517DF17CC1F0}"/>
          </ac:inkMkLst>
        </pc:inkChg>
        <pc:inkChg chg="add mod">
          <ac:chgData name="Manuel Casillas" userId="cc0ef865b6a61cf1" providerId="LiveId" clId="{69EE43AA-446E-4E44-B8AE-E4F47F31779F}" dt="2025-08-01T17:24:20.817" v="246"/>
          <ac:inkMkLst>
            <pc:docMk/>
            <pc:sldMk cId="84175319" sldId="267"/>
            <ac:inkMk id="250" creationId="{CD9E5D93-0B65-605A-680A-3A72B8436A2C}"/>
          </ac:inkMkLst>
        </pc:inkChg>
        <pc:inkChg chg="add">
          <ac:chgData name="Manuel Casillas" userId="cc0ef865b6a61cf1" providerId="LiveId" clId="{69EE43AA-446E-4E44-B8AE-E4F47F31779F}" dt="2025-08-01T17:24:30.441" v="247" actId="9405"/>
          <ac:inkMkLst>
            <pc:docMk/>
            <pc:sldMk cId="84175319" sldId="267"/>
            <ac:inkMk id="252" creationId="{48636AC0-CAA0-E60B-FBCD-9ABFF7D9B664}"/>
          </ac:inkMkLst>
        </pc:inkChg>
        <pc:inkChg chg="add mod">
          <ac:chgData name="Manuel Casillas" userId="cc0ef865b6a61cf1" providerId="LiveId" clId="{69EE43AA-446E-4E44-B8AE-E4F47F31779F}" dt="2025-08-01T17:24:34.399" v="257"/>
          <ac:inkMkLst>
            <pc:docMk/>
            <pc:sldMk cId="84175319" sldId="267"/>
            <ac:inkMk id="253" creationId="{1B5E117F-246D-66C1-45B1-462EE53DDD07}"/>
          </ac:inkMkLst>
        </pc:inkChg>
        <pc:inkChg chg="add">
          <ac:chgData name="Manuel Casillas" userId="cc0ef865b6a61cf1" providerId="LiveId" clId="{69EE43AA-446E-4E44-B8AE-E4F47F31779F}" dt="2025-08-01T17:24:31.360" v="249" actId="9405"/>
          <ac:inkMkLst>
            <pc:docMk/>
            <pc:sldMk cId="84175319" sldId="267"/>
            <ac:inkMk id="254" creationId="{10C115E4-D3FD-0A01-75F2-9A56C5FAF642}"/>
          </ac:inkMkLst>
        </pc:inkChg>
        <pc:inkChg chg="add">
          <ac:chgData name="Manuel Casillas" userId="cc0ef865b6a61cf1" providerId="LiveId" clId="{69EE43AA-446E-4E44-B8AE-E4F47F31779F}" dt="2025-08-01T17:24:31.499" v="250" actId="9405"/>
          <ac:inkMkLst>
            <pc:docMk/>
            <pc:sldMk cId="84175319" sldId="267"/>
            <ac:inkMk id="255" creationId="{C97ABB02-3E88-AB3E-3447-50CEE2491F95}"/>
          </ac:inkMkLst>
        </pc:inkChg>
        <pc:inkChg chg="add mod">
          <ac:chgData name="Manuel Casillas" userId="cc0ef865b6a61cf1" providerId="LiveId" clId="{69EE43AA-446E-4E44-B8AE-E4F47F31779F}" dt="2025-08-01T17:24:34.399" v="257"/>
          <ac:inkMkLst>
            <pc:docMk/>
            <pc:sldMk cId="84175319" sldId="267"/>
            <ac:inkMk id="256" creationId="{1B795C06-3FD7-11EE-E33C-C03E0F54E038}"/>
          </ac:inkMkLst>
        </pc:inkChg>
        <pc:inkChg chg="add">
          <ac:chgData name="Manuel Casillas" userId="cc0ef865b6a61cf1" providerId="LiveId" clId="{69EE43AA-446E-4E44-B8AE-E4F47F31779F}" dt="2025-08-01T17:24:32.196" v="252" actId="9405"/>
          <ac:inkMkLst>
            <pc:docMk/>
            <pc:sldMk cId="84175319" sldId="267"/>
            <ac:inkMk id="257" creationId="{84E2D1CA-3F4F-8301-02DB-8976FC7B6EE0}"/>
          </ac:inkMkLst>
        </pc:inkChg>
        <pc:inkChg chg="add mod">
          <ac:chgData name="Manuel Casillas" userId="cc0ef865b6a61cf1" providerId="LiveId" clId="{69EE43AA-446E-4E44-B8AE-E4F47F31779F}" dt="2025-08-01T17:27:06.453" v="269"/>
          <ac:inkMkLst>
            <pc:docMk/>
            <pc:sldMk cId="84175319" sldId="267"/>
            <ac:inkMk id="258" creationId="{71809E54-9CD1-4876-11FB-1A54E43FB442}"/>
          </ac:inkMkLst>
        </pc:inkChg>
        <pc:inkChg chg="add">
          <ac:chgData name="Manuel Casillas" userId="cc0ef865b6a61cf1" providerId="LiveId" clId="{69EE43AA-446E-4E44-B8AE-E4F47F31779F}" dt="2025-08-01T17:24:32.986" v="254" actId="9405"/>
          <ac:inkMkLst>
            <pc:docMk/>
            <pc:sldMk cId="84175319" sldId="267"/>
            <ac:inkMk id="259" creationId="{6803FB51-802A-8EBD-07AC-FB01E68ED372}"/>
          </ac:inkMkLst>
        </pc:inkChg>
        <pc:inkChg chg="add mod">
          <ac:chgData name="Manuel Casillas" userId="cc0ef865b6a61cf1" providerId="LiveId" clId="{69EE43AA-446E-4E44-B8AE-E4F47F31779F}" dt="2025-08-01T17:24:34.399" v="257"/>
          <ac:inkMkLst>
            <pc:docMk/>
            <pc:sldMk cId="84175319" sldId="267"/>
            <ac:inkMk id="260" creationId="{5A883E21-FCC0-7667-6BC4-683C01174009}"/>
          </ac:inkMkLst>
        </pc:inkChg>
        <pc:inkChg chg="add mod">
          <ac:chgData name="Manuel Casillas" userId="cc0ef865b6a61cf1" providerId="LiveId" clId="{69EE43AA-446E-4E44-B8AE-E4F47F31779F}" dt="2025-08-01T17:27:20.016" v="276"/>
          <ac:inkMkLst>
            <pc:docMk/>
            <pc:sldMk cId="84175319" sldId="267"/>
            <ac:inkMk id="261" creationId="{7FDCC0A1-EA39-4DCD-6508-2D88ACD383CF}"/>
          </ac:inkMkLst>
        </pc:inkChg>
        <pc:inkChg chg="add">
          <ac:chgData name="Manuel Casillas" userId="cc0ef865b6a61cf1" providerId="LiveId" clId="{69EE43AA-446E-4E44-B8AE-E4F47F31779F}" dt="2025-08-01T17:25:59.411" v="258" actId="9405"/>
          <ac:inkMkLst>
            <pc:docMk/>
            <pc:sldMk cId="84175319" sldId="267"/>
            <ac:inkMk id="264" creationId="{36F5D096-7B66-9DE7-63FB-5EA5380EF619}"/>
          </ac:inkMkLst>
        </pc:inkChg>
        <pc:inkChg chg="add mod">
          <ac:chgData name="Manuel Casillas" userId="cc0ef865b6a61cf1" providerId="LiveId" clId="{69EE43AA-446E-4E44-B8AE-E4F47F31779F}" dt="2025-08-01T17:26:52.747" v="264"/>
          <ac:inkMkLst>
            <pc:docMk/>
            <pc:sldMk cId="84175319" sldId="267"/>
            <ac:inkMk id="266" creationId="{6206DEFD-C705-3889-06C6-4A27BF398E03}"/>
          </ac:inkMkLst>
        </pc:inkChg>
        <pc:inkChg chg="add mod">
          <ac:chgData name="Manuel Casillas" userId="cc0ef865b6a61cf1" providerId="LiveId" clId="{69EE43AA-446E-4E44-B8AE-E4F47F31779F}" dt="2025-08-01T17:26:56.139" v="267"/>
          <ac:inkMkLst>
            <pc:docMk/>
            <pc:sldMk cId="84175319" sldId="267"/>
            <ac:inkMk id="267" creationId="{9AF0557F-A505-D91C-C160-25BD4B6C60B3}"/>
          </ac:inkMkLst>
        </pc:inkChg>
        <pc:inkChg chg="add mod">
          <ac:chgData name="Manuel Casillas" userId="cc0ef865b6a61cf1" providerId="LiveId" clId="{69EE43AA-446E-4E44-B8AE-E4F47F31779F}" dt="2025-08-01T17:26:52.747" v="264"/>
          <ac:inkMkLst>
            <pc:docMk/>
            <pc:sldMk cId="84175319" sldId="267"/>
            <ac:inkMk id="269" creationId="{389D7E84-78B3-7477-B73D-59322B9DB6C3}"/>
          </ac:inkMkLst>
        </pc:inkChg>
        <pc:inkChg chg="add">
          <ac:chgData name="Manuel Casillas" userId="cc0ef865b6a61cf1" providerId="LiveId" clId="{69EE43AA-446E-4E44-B8AE-E4F47F31779F}" dt="2025-08-01T17:26:55.183" v="265" actId="9405"/>
          <ac:inkMkLst>
            <pc:docMk/>
            <pc:sldMk cId="84175319" sldId="267"/>
            <ac:inkMk id="271" creationId="{1582C3C4-9771-182E-77C0-CBCEC693BC53}"/>
          </ac:inkMkLst>
        </pc:inkChg>
        <pc:inkChg chg="add">
          <ac:chgData name="Manuel Casillas" userId="cc0ef865b6a61cf1" providerId="LiveId" clId="{69EE43AA-446E-4E44-B8AE-E4F47F31779F}" dt="2025-08-01T17:26:55.463" v="266" actId="9405"/>
          <ac:inkMkLst>
            <pc:docMk/>
            <pc:sldMk cId="84175319" sldId="267"/>
            <ac:inkMk id="272" creationId="{859D43A5-03F1-028F-1A68-7CB39ACEDB66}"/>
          </ac:inkMkLst>
        </pc:inkChg>
        <pc:inkChg chg="add">
          <ac:chgData name="Manuel Casillas" userId="cc0ef865b6a61cf1" providerId="LiveId" clId="{69EE43AA-446E-4E44-B8AE-E4F47F31779F}" dt="2025-08-01T17:27:05.507" v="268" actId="9405"/>
          <ac:inkMkLst>
            <pc:docMk/>
            <pc:sldMk cId="84175319" sldId="267"/>
            <ac:inkMk id="274" creationId="{840EE425-E1F1-4678-69B1-963D1C11F664}"/>
          </ac:inkMkLst>
        </pc:inkChg>
        <pc:inkChg chg="add">
          <ac:chgData name="Manuel Casillas" userId="cc0ef865b6a61cf1" providerId="LiveId" clId="{69EE43AA-446E-4E44-B8AE-E4F47F31779F}" dt="2025-08-01T17:27:15.964" v="270" actId="9405"/>
          <ac:inkMkLst>
            <pc:docMk/>
            <pc:sldMk cId="84175319" sldId="267"/>
            <ac:inkMk id="276" creationId="{50124F24-8181-3992-790B-97A48EDB3B2C}"/>
          </ac:inkMkLst>
        </pc:inkChg>
        <pc:inkChg chg="add">
          <ac:chgData name="Manuel Casillas" userId="cc0ef865b6a61cf1" providerId="LiveId" clId="{69EE43AA-446E-4E44-B8AE-E4F47F31779F}" dt="2025-08-01T17:27:16.243" v="271" actId="9405"/>
          <ac:inkMkLst>
            <pc:docMk/>
            <pc:sldMk cId="84175319" sldId="267"/>
            <ac:inkMk id="277" creationId="{7F0989C2-0D54-59E5-C004-78100123B4C3}"/>
          </ac:inkMkLst>
        </pc:inkChg>
        <pc:inkChg chg="add">
          <ac:chgData name="Manuel Casillas" userId="cc0ef865b6a61cf1" providerId="LiveId" clId="{69EE43AA-446E-4E44-B8AE-E4F47F31779F}" dt="2025-08-01T17:27:16.829" v="272" actId="9405"/>
          <ac:inkMkLst>
            <pc:docMk/>
            <pc:sldMk cId="84175319" sldId="267"/>
            <ac:inkMk id="278" creationId="{A26FB217-5136-F08F-CE86-5E2C52B75CE1}"/>
          </ac:inkMkLst>
        </pc:inkChg>
        <pc:inkChg chg="add mod">
          <ac:chgData name="Manuel Casillas" userId="cc0ef865b6a61cf1" providerId="LiveId" clId="{69EE43AA-446E-4E44-B8AE-E4F47F31779F}" dt="2025-08-01T17:27:20.016" v="276"/>
          <ac:inkMkLst>
            <pc:docMk/>
            <pc:sldMk cId="84175319" sldId="267"/>
            <ac:inkMk id="279" creationId="{5B7C674D-18C9-EA1C-AF59-A6339F7A0B9C}"/>
          </ac:inkMkLst>
        </pc:inkChg>
        <pc:inkChg chg="add">
          <ac:chgData name="Manuel Casillas" userId="cc0ef865b6a61cf1" providerId="LiveId" clId="{69EE43AA-446E-4E44-B8AE-E4F47F31779F}" dt="2025-08-01T17:27:19.053" v="275" actId="9405"/>
          <ac:inkMkLst>
            <pc:docMk/>
            <pc:sldMk cId="84175319" sldId="267"/>
            <ac:inkMk id="281" creationId="{08C547EC-88AA-11CB-643B-430FFCF6A7FA}"/>
          </ac:inkMkLst>
        </pc:inkChg>
      </pc:sldChg>
      <pc:sldChg chg="addSp modSp new mod">
        <pc:chgData name="Manuel Casillas" userId="cc0ef865b6a61cf1" providerId="LiveId" clId="{69EE43AA-446E-4E44-B8AE-E4F47F31779F}" dt="2025-08-01T18:09:44.067" v="401" actId="5793"/>
        <pc:sldMkLst>
          <pc:docMk/>
          <pc:sldMk cId="3606375965" sldId="268"/>
        </pc:sldMkLst>
        <pc:spChg chg="add mod">
          <ac:chgData name="Manuel Casillas" userId="cc0ef865b6a61cf1" providerId="LiveId" clId="{69EE43AA-446E-4E44-B8AE-E4F47F31779F}" dt="2025-08-01T17:27:41.539" v="296" actId="20577"/>
          <ac:spMkLst>
            <pc:docMk/>
            <pc:sldMk cId="3606375965" sldId="268"/>
            <ac:spMk id="2" creationId="{3AA79EC3-6E59-9D48-D2C3-2F599986275B}"/>
          </ac:spMkLst>
        </pc:spChg>
        <pc:spChg chg="add mod">
          <ac:chgData name="Manuel Casillas" userId="cc0ef865b6a61cf1" providerId="LiveId" clId="{69EE43AA-446E-4E44-B8AE-E4F47F31779F}" dt="2025-08-01T18:09:44.067" v="401" actId="5793"/>
          <ac:spMkLst>
            <pc:docMk/>
            <pc:sldMk cId="3606375965" sldId="268"/>
            <ac:spMk id="29" creationId="{9FED6EF5-30BA-C7EB-83DA-7C4911E925FE}"/>
          </ac:spMkLst>
        </pc:spChg>
        <pc:grpChg chg="mod">
          <ac:chgData name="Manuel Casillas" userId="cc0ef865b6a61cf1" providerId="LiveId" clId="{69EE43AA-446E-4E44-B8AE-E4F47F31779F}" dt="2025-08-01T17:28:14.325" v="302"/>
          <ac:grpSpMkLst>
            <pc:docMk/>
            <pc:sldMk cId="3606375965" sldId="268"/>
            <ac:grpSpMk id="8" creationId="{F88E03CB-956C-5E99-AEAD-7413987F2E2C}"/>
          </ac:grpSpMkLst>
        </pc:grpChg>
        <pc:grpChg chg="mod">
          <ac:chgData name="Manuel Casillas" userId="cc0ef865b6a61cf1" providerId="LiveId" clId="{69EE43AA-446E-4E44-B8AE-E4F47F31779F}" dt="2025-08-01T17:28:23.849" v="319"/>
          <ac:grpSpMkLst>
            <pc:docMk/>
            <pc:sldMk cId="3606375965" sldId="268"/>
            <ac:grpSpMk id="25" creationId="{7B7D6C99-B012-5120-9D24-D3C8BDAE163A}"/>
          </ac:grpSpMkLst>
        </pc:grpChg>
        <pc:grpChg chg="mod">
          <ac:chgData name="Manuel Casillas" userId="cc0ef865b6a61cf1" providerId="LiveId" clId="{69EE43AA-446E-4E44-B8AE-E4F47F31779F}" dt="2025-08-01T17:28:23.849" v="319"/>
          <ac:grpSpMkLst>
            <pc:docMk/>
            <pc:sldMk cId="3606375965" sldId="268"/>
            <ac:grpSpMk id="26" creationId="{6C8196D7-39C7-AEC5-5736-292F77AE05D6}"/>
          </ac:grpSpMkLst>
        </pc:grpChg>
        <pc:grpChg chg="mod">
          <ac:chgData name="Manuel Casillas" userId="cc0ef865b6a61cf1" providerId="LiveId" clId="{69EE43AA-446E-4E44-B8AE-E4F47F31779F}" dt="2025-08-01T17:28:23.849" v="319"/>
          <ac:grpSpMkLst>
            <pc:docMk/>
            <pc:sldMk cId="3606375965" sldId="268"/>
            <ac:grpSpMk id="27" creationId="{228DEC5D-2722-6372-08C0-3AE028286F7D}"/>
          </ac:grpSpMkLst>
        </pc:grpChg>
        <pc:inkChg chg="add">
          <ac:chgData name="Manuel Casillas" userId="cc0ef865b6a61cf1" providerId="LiveId" clId="{69EE43AA-446E-4E44-B8AE-E4F47F31779F}" dt="2025-08-01T17:27:46.617" v="297" actId="9405"/>
          <ac:inkMkLst>
            <pc:docMk/>
            <pc:sldMk cId="3606375965" sldId="268"/>
            <ac:inkMk id="3" creationId="{6EF867F3-129D-CB49-32DE-F513AADA1848}"/>
          </ac:inkMkLst>
        </pc:inkChg>
        <pc:inkChg chg="add mod">
          <ac:chgData name="Manuel Casillas" userId="cc0ef865b6a61cf1" providerId="LiveId" clId="{69EE43AA-446E-4E44-B8AE-E4F47F31779F}" dt="2025-08-01T17:28:14.325" v="302"/>
          <ac:inkMkLst>
            <pc:docMk/>
            <pc:sldMk cId="3606375965" sldId="268"/>
            <ac:inkMk id="4" creationId="{6E0EC836-70DB-4AC0-4EC6-8FF169C25D9F}"/>
          </ac:inkMkLst>
        </pc:inkChg>
        <pc:inkChg chg="add mod">
          <ac:chgData name="Manuel Casillas" userId="cc0ef865b6a61cf1" providerId="LiveId" clId="{69EE43AA-446E-4E44-B8AE-E4F47F31779F}" dt="2025-08-01T17:28:14.325" v="302"/>
          <ac:inkMkLst>
            <pc:docMk/>
            <pc:sldMk cId="3606375965" sldId="268"/>
            <ac:inkMk id="5" creationId="{542D68B1-9907-69DA-BE24-79F308BA5169}"/>
          </ac:inkMkLst>
        </pc:inkChg>
        <pc:inkChg chg="add mod">
          <ac:chgData name="Manuel Casillas" userId="cc0ef865b6a61cf1" providerId="LiveId" clId="{69EE43AA-446E-4E44-B8AE-E4F47F31779F}" dt="2025-08-01T17:28:14.325" v="302"/>
          <ac:inkMkLst>
            <pc:docMk/>
            <pc:sldMk cId="3606375965" sldId="268"/>
            <ac:inkMk id="6" creationId="{D19E3FEE-BD6D-0E6A-FED0-A106152198A7}"/>
          </ac:inkMkLst>
        </pc:inkChg>
        <pc:inkChg chg="add mod">
          <ac:chgData name="Manuel Casillas" userId="cc0ef865b6a61cf1" providerId="LiveId" clId="{69EE43AA-446E-4E44-B8AE-E4F47F31779F}" dt="2025-08-01T17:28:14.325" v="302"/>
          <ac:inkMkLst>
            <pc:docMk/>
            <pc:sldMk cId="3606375965" sldId="268"/>
            <ac:inkMk id="7" creationId="{21A80F56-1E66-AA2E-B014-69E0380F39E9}"/>
          </ac:inkMkLst>
        </pc:inkChg>
        <pc:inkChg chg="add mod">
          <ac:chgData name="Manuel Casillas" userId="cc0ef865b6a61cf1" providerId="LiveId" clId="{69EE43AA-446E-4E44-B8AE-E4F47F31779F}" dt="2025-08-01T17:28:23.849" v="319"/>
          <ac:inkMkLst>
            <pc:docMk/>
            <pc:sldMk cId="3606375965" sldId="268"/>
            <ac:inkMk id="9" creationId="{DFCAA266-ABCC-2E5D-9A44-CF34899E4860}"/>
          </ac:inkMkLst>
        </pc:inkChg>
        <pc:inkChg chg="add mod">
          <ac:chgData name="Manuel Casillas" userId="cc0ef865b6a61cf1" providerId="LiveId" clId="{69EE43AA-446E-4E44-B8AE-E4F47F31779F}" dt="2025-08-01T17:28:23.849" v="319"/>
          <ac:inkMkLst>
            <pc:docMk/>
            <pc:sldMk cId="3606375965" sldId="268"/>
            <ac:inkMk id="10" creationId="{53F4558C-A28B-F497-737F-9EB5DF118468}"/>
          </ac:inkMkLst>
        </pc:inkChg>
        <pc:inkChg chg="add mod">
          <ac:chgData name="Manuel Casillas" userId="cc0ef865b6a61cf1" providerId="LiveId" clId="{69EE43AA-446E-4E44-B8AE-E4F47F31779F}" dt="2025-08-01T17:28:23.849" v="319"/>
          <ac:inkMkLst>
            <pc:docMk/>
            <pc:sldMk cId="3606375965" sldId="268"/>
            <ac:inkMk id="11" creationId="{91E3F736-38ED-C492-13BA-DDC585405106}"/>
          </ac:inkMkLst>
        </pc:inkChg>
        <pc:inkChg chg="add">
          <ac:chgData name="Manuel Casillas" userId="cc0ef865b6a61cf1" providerId="LiveId" clId="{69EE43AA-446E-4E44-B8AE-E4F47F31779F}" dt="2025-08-01T17:28:17.457" v="306" actId="9405"/>
          <ac:inkMkLst>
            <pc:docMk/>
            <pc:sldMk cId="3606375965" sldId="268"/>
            <ac:inkMk id="12" creationId="{EBB5960D-6AC1-9985-2F6E-AFD4EF8CBFF1}"/>
          </ac:inkMkLst>
        </pc:inkChg>
        <pc:inkChg chg="add mod">
          <ac:chgData name="Manuel Casillas" userId="cc0ef865b6a61cf1" providerId="LiveId" clId="{69EE43AA-446E-4E44-B8AE-E4F47F31779F}" dt="2025-08-01T17:28:23.849" v="319"/>
          <ac:inkMkLst>
            <pc:docMk/>
            <pc:sldMk cId="3606375965" sldId="268"/>
            <ac:inkMk id="13" creationId="{C9DC3C2D-E2AC-E249-27F3-5F83CF30006C}"/>
          </ac:inkMkLst>
        </pc:inkChg>
        <pc:inkChg chg="add">
          <ac:chgData name="Manuel Casillas" userId="cc0ef865b6a61cf1" providerId="LiveId" clId="{69EE43AA-446E-4E44-B8AE-E4F47F31779F}" dt="2025-08-01T17:28:18.625" v="308" actId="9405"/>
          <ac:inkMkLst>
            <pc:docMk/>
            <pc:sldMk cId="3606375965" sldId="268"/>
            <ac:inkMk id="14" creationId="{1D398CF7-4E1F-9424-0D48-18B1EB14FF66}"/>
          </ac:inkMkLst>
        </pc:inkChg>
        <pc:inkChg chg="add">
          <ac:chgData name="Manuel Casillas" userId="cc0ef865b6a61cf1" providerId="LiveId" clId="{69EE43AA-446E-4E44-B8AE-E4F47F31779F}" dt="2025-08-01T17:28:19.415" v="309" actId="9405"/>
          <ac:inkMkLst>
            <pc:docMk/>
            <pc:sldMk cId="3606375965" sldId="268"/>
            <ac:inkMk id="15" creationId="{79E858FC-9821-E887-A583-79F253F9E14A}"/>
          </ac:inkMkLst>
        </pc:inkChg>
        <pc:inkChg chg="add mod">
          <ac:chgData name="Manuel Casillas" userId="cc0ef865b6a61cf1" providerId="LiveId" clId="{69EE43AA-446E-4E44-B8AE-E4F47F31779F}" dt="2025-08-01T17:28:23.849" v="319"/>
          <ac:inkMkLst>
            <pc:docMk/>
            <pc:sldMk cId="3606375965" sldId="268"/>
            <ac:inkMk id="16" creationId="{4A6F420B-A15C-B340-8A12-8AB85212F756}"/>
          </ac:inkMkLst>
        </pc:inkChg>
        <pc:inkChg chg="add">
          <ac:chgData name="Manuel Casillas" userId="cc0ef865b6a61cf1" providerId="LiveId" clId="{69EE43AA-446E-4E44-B8AE-E4F47F31779F}" dt="2025-08-01T17:28:20.847" v="311" actId="9405"/>
          <ac:inkMkLst>
            <pc:docMk/>
            <pc:sldMk cId="3606375965" sldId="268"/>
            <ac:inkMk id="17" creationId="{E22B65DC-C580-A75A-951F-0F86309CDD94}"/>
          </ac:inkMkLst>
        </pc:inkChg>
        <pc:inkChg chg="add mod">
          <ac:chgData name="Manuel Casillas" userId="cc0ef865b6a61cf1" providerId="LiveId" clId="{69EE43AA-446E-4E44-B8AE-E4F47F31779F}" dt="2025-08-01T17:28:23.849" v="319"/>
          <ac:inkMkLst>
            <pc:docMk/>
            <pc:sldMk cId="3606375965" sldId="268"/>
            <ac:inkMk id="18" creationId="{4666B196-E56E-7480-BDFB-8CD556FFE944}"/>
          </ac:inkMkLst>
        </pc:inkChg>
        <pc:inkChg chg="add">
          <ac:chgData name="Manuel Casillas" userId="cc0ef865b6a61cf1" providerId="LiveId" clId="{69EE43AA-446E-4E44-B8AE-E4F47F31779F}" dt="2025-08-01T17:28:21.421" v="313" actId="9405"/>
          <ac:inkMkLst>
            <pc:docMk/>
            <pc:sldMk cId="3606375965" sldId="268"/>
            <ac:inkMk id="19" creationId="{187B0011-607F-6DCA-3748-A1511DD5E64A}"/>
          </ac:inkMkLst>
        </pc:inkChg>
        <pc:inkChg chg="add">
          <ac:chgData name="Manuel Casillas" userId="cc0ef865b6a61cf1" providerId="LiveId" clId="{69EE43AA-446E-4E44-B8AE-E4F47F31779F}" dt="2025-08-01T17:28:21.855" v="314" actId="9405"/>
          <ac:inkMkLst>
            <pc:docMk/>
            <pc:sldMk cId="3606375965" sldId="268"/>
            <ac:inkMk id="20" creationId="{2DED1CCE-80D7-2C1D-4674-FE355D27A6AA}"/>
          </ac:inkMkLst>
        </pc:inkChg>
        <pc:inkChg chg="add">
          <ac:chgData name="Manuel Casillas" userId="cc0ef865b6a61cf1" providerId="LiveId" clId="{69EE43AA-446E-4E44-B8AE-E4F47F31779F}" dt="2025-08-01T17:28:22.119" v="315" actId="9405"/>
          <ac:inkMkLst>
            <pc:docMk/>
            <pc:sldMk cId="3606375965" sldId="268"/>
            <ac:inkMk id="21" creationId="{803108A7-3B3E-A29B-53A8-903E55690792}"/>
          </ac:inkMkLst>
        </pc:inkChg>
        <pc:inkChg chg="add">
          <ac:chgData name="Manuel Casillas" userId="cc0ef865b6a61cf1" providerId="LiveId" clId="{69EE43AA-446E-4E44-B8AE-E4F47F31779F}" dt="2025-08-01T17:28:22.353" v="316" actId="9405"/>
          <ac:inkMkLst>
            <pc:docMk/>
            <pc:sldMk cId="3606375965" sldId="268"/>
            <ac:inkMk id="22" creationId="{57E29302-0D45-F48E-7884-CCBED5DB863F}"/>
          </ac:inkMkLst>
        </pc:inkChg>
        <pc:inkChg chg="add mod">
          <ac:chgData name="Manuel Casillas" userId="cc0ef865b6a61cf1" providerId="LiveId" clId="{69EE43AA-446E-4E44-B8AE-E4F47F31779F}" dt="2025-08-01T17:28:23.849" v="319"/>
          <ac:inkMkLst>
            <pc:docMk/>
            <pc:sldMk cId="3606375965" sldId="268"/>
            <ac:inkMk id="23" creationId="{A398B895-6684-5015-21F4-A07CE0A5A32B}"/>
          </ac:inkMkLst>
        </pc:inkChg>
        <pc:inkChg chg="add">
          <ac:chgData name="Manuel Casillas" userId="cc0ef865b6a61cf1" providerId="LiveId" clId="{69EE43AA-446E-4E44-B8AE-E4F47F31779F}" dt="2025-08-01T17:28:22.931" v="318" actId="9405"/>
          <ac:inkMkLst>
            <pc:docMk/>
            <pc:sldMk cId="3606375965" sldId="268"/>
            <ac:inkMk id="24" creationId="{4967524F-D5C6-9F9A-9680-2249FD2263BB}"/>
          </ac:inkMkLst>
        </pc:inkChg>
        <pc:inkChg chg="add">
          <ac:chgData name="Manuel Casillas" userId="cc0ef865b6a61cf1" providerId="LiveId" clId="{69EE43AA-446E-4E44-B8AE-E4F47F31779F}" dt="2025-08-01T17:28:40.096" v="320" actId="9405"/>
          <ac:inkMkLst>
            <pc:docMk/>
            <pc:sldMk cId="3606375965" sldId="268"/>
            <ac:inkMk id="28" creationId="{E9BCF607-3801-F95D-FC9B-716BE55FE46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5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524 22 8452,'0'0'10775,"-8"-2"-9862,-28-5-827,0 2 1,0 1-1,-1 1 1,1 3-1,0 0 1,-44 8-1,51-4-33,0 1-1,0 2 1,0 1-1,1 1 1,-29 14-1,56-23-52,0 1 0,0-1 0,0 1 0,0-1 0,0 1 0,0-1 0,0 1 0,0 0 0,0 0 0,1-1 0,-1 1 0,0 0 0,0 0 0,1 0 0,-1 0 0,1 0 0,-1 0 0,1 0 0,-1 0 0,1 0 0,-1 0 0,1 0 0,0 0 0,0 1 0,0-1 0,0 0 0,0 0 0,0 0 0,0 0 0,0 0 0,0 3 0,1-1 0,1 0 0,-1 0 0,0 0 0,1 0 0,0 0 0,-1 0 0,1 0 0,1 0 0,-1-1 0,5 5 0,34 28 37,2-2-1,2-2 0,50 27 1,1 1-39,-77-47 2,119 84-187,-123-84 121,0 1-1,-1 0 0,-1 1 1,0 0-1,0 1 0,14 24 1,-25-35 51,1 0 0,-1 1 0,0 0 1,0-1-1,-1 1 0,1 0 0,-1 0 1,0-1-1,0 1 0,-1 0 0,1 0 0,-1 0 1,-1 10-1,0-12 29,0 0 0,0 0 1,0 0-1,0 0 0,0-1 0,-1 1 0,1 0 1,-1-1-1,0 1 0,1-1 0,-1 1 0,0-1 1,-1 0-1,1 0 0,0 0 0,-1 0 1,1 0-1,-1-1 0,1 1 0,-1-1 0,0 1 1,-3 0-1,-19 5 432,0-1 0,-1-1 1,1-1-1,-1-1 0,0-1 0,-49-4 0,27 2-152,29 0-269,1 0-1,0-1 0,-1-1 1,1-1-1,0 0 0,0-1 1,0-1-1,-25-11 0,41 15-128,0 0 0,0 0 0,-1 0 0,1-1 0,1 1-1,-1-1 1,0 1 0,0-1 0,1 0 0,-1 1 0,0-1 0,1 0 0,0 0-1,-2-4 1,2 5-117,1 0 1,0-1-1,0 1 0,0 0 0,-1-1 0,1 1 0,1 0 0,-1-1 1,0 1-1,0 0 0,0-1 0,1 1 0,-1 0 0,1-1 0,-1 1 0,1 0 1,-1 0-1,1-1 0,0 1 0,0 0 0,-1 0 0,1 0 0,0 0 1,0 0-1,0 0 0,0 0 0,0 0 0,0 1 0,2-2 0,46-25-7782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6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11125,'0'0'4354,"-1"29"-3121,2 94-6,1-114-1138,0-1 0,1 1 0,-1-1 0,2 0 0,-1 0 0,1 0 0,0 0 0,1-1 0,0 1 0,0-1 0,0 0 0,1-1 0,0 0 0,1 0 0,-1 0 0,1 0 0,0-1 0,1 0 0,-1-1 0,1 0 0,8 4 0,-12-6-86,-1 0 0,1 0 0,-1-1 0,1 0 0,0 1 0,0-1 0,0 0 0,-1-1 0,1 1 0,0-1 0,0 0 0,0 0 0,0 0 0,0 0 0,0-1 0,0 1 0,0-1 0,0 0 0,4-2 0,-5 1-54,0 0 0,0 0 1,0-1-1,0 1 0,0-1 0,-1 1 1,1-1-1,-1 0 0,0 0 0,0 0 1,0 0-1,0-1 0,0 1 0,-1 0 1,1-1-1,-1 1 0,0-1 0,0 0 1,0-5-1,2-7-160,-1 0 0,0-1 0,-2-29 0,-1 40 328,1 0-1,-1 1 0,1-1 0,-1 1 1,-1-1-1,1 1 0,-1 0 0,0 0 1,0 0-1,-1 0 0,0 0 0,1 0 1,-2 0-1,1 1 0,-4-5 0,7 9-87,0 0-1,-1 0 0,1 0 0,0 0 0,0 0 0,0 0 0,0 0 0,-1 0 0,1 0 0,0 0 0,0 0 0,0 0 0,0 0 1,-1 1-1,1-1 0,0 0 0,0 0 0,0 0 0,0 0 0,-1 0 0,1 0 0,0 0 0,0 1 0,0-1 0,0 0 0,0 0 1,0 0-1,0 0 0,0 0 0,0 1 0,-1-1 0,1 0 0,0 0 0,0 0 0,0 0 0,0 1 0,0-1 0,0 0 0,0 0 1,0 0-1,0 1 0,0-1 0,0 0 0,0 0 0,0 0 0,0 0 0,0 1 0,1-1 0,-1 0 0,0 0 0,0 0 0,0 0 1,0 0-1,0 1 0,0-1 0,0 0 0,0 0 0,1 0 0,-1 0 0,0 4-77,1 17 256,0 1-1,2-1 1,7 33 0,-7-44-198,0 1 0,0-1-1,1 0 1,0 0 0,1-1 0,0 0 0,0 1-1,1-2 1,11 14 0,-14-20-194,0 1 0,0-1 0,0 0-1,0 0 1,0 0 0,1 0 0,-1 0 0,0-1 0,1 0 0,0 1 0,-1-1-1,6 0 1,-2 0-872,0 0 0,-1-1 1,1 0-1,0 0 0,13-3 0,20-10-7534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6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4 132 15559,'0'0'1153,"-1"25"-756,1-6-292,-2-6 12,2 0 0,0 0-1,0 0 1,1 0 0,1-1-1,0 1 1,1 0-1,0-1 1,1 0 0,0 1-1,7 11 1,37 61 1075,-29-54-680,-1 1 1,-1 1-1,-2 1 0,21 69 1,-46-185 2085,-3 25-2553,-40-186-134,46 195 12,2 0 1,2 0 0,3-58 0,1 105 71,0-1 0,-1 1 0,1-1 0,0 1 0,0-1 0,0 1 0,0 0 0,0-1 0,0 1 0,0 0 0,0 0 0,0 0 0,1 0 0,-1 0 0,0 0 0,1 0 0,-1 0 0,1 1 0,-1-1 0,1 0 0,-1 1 0,1-1 0,-1 1 0,1 0 0,0-1 0,-1 1 0,1 0 0,0 0 0,-1 0 0,1 0 0,-1 1 0,1-1 1,0 0-1,-1 1 0,1-1 0,-1 1 0,1-1 0,-1 1 0,1 0 0,-1-1 0,1 1 0,-1 0 0,2 1 0,1 3 7,0 0 0,0 0 0,0 0 0,-1 1 0,0-1 0,0 1 0,0 0 0,-1 0-1,0 0 1,0 0 0,0 0 0,-1 1 0,1 11 0,2 14 260,-2 45 0,-2-74-237,1 13 57,-1-1-1,-1 1 1,0-1-1,-1 1 1,0-1-1,-2 0 1,0 0-1,0 0 1,-2 0-1,-12 24 1,-4-6-200,-13 19 284,33-49-562,0 1 0,1-1 1,-1 0-1,1 1 0,0-1 1,-1 0-1,2 1 0,-1 0 1,0-1-1,1 1 0,0-1 1,0 6-1,7-6-5618,22-3-3337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7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56 16968,'0'0'3639,"20"-4"-3271,91-13-120,-111 17-243,1 0 0,-1 0 0,0-1-1,1 1 1,-1 0 0,1 0 0,-1 0 0,0 0-1,1 0 1,-1 0 0,0 0 0,1-1 0,-1 1 0,0 0-1,1 0 1,-1 0 0,0-1 0,0 1 0,1 0-1,-1 0 1,0-1 0,0 1 0,1 0 0,-1-1 0,0 1-1,0 0 1,0-1 0,0 1 0,1 0 0,-1-1-1,0 1 1,0 0 0,0-1 0,0 1 0,0 0 0,0-1-1,0 1 1,0-1 0,0 1 0,0 0 0,0-1-1,0 1 1,0 0 0,0-1 0,-1 1 0,1 0 0,0-1-1,0 1 1,0 0 0,0-1 0,-1 1 0,1 0 0,0-1-1,0 1 1,-1 0 0,1-1 0,-16-11 568,13 10-476,1 1-1,-1 1 0,0-1 1,1 0-1,-1 1 0,0-1 0,0 1 1,0 0-1,1 0 0,-1 0 1,0 0-1,0 0 0,0 1 0,1-1 1,-1 1-1,0 0 0,1 0 1,-1 0-1,0 0 0,1 0 0,-1 0 1,1 1-1,0-1 0,0 1 0,-1 0 1,1 0-1,0 0 0,0 0 1,0 0-1,1 0 0,-3 4 0,0 2 24,1 0 0,1 1 0,0-1 0,0 1-1,0 0 1,1 0 0,1-1 0,0 18 0,0-23-104,-1 12 84,2 0 0,-1 1 0,2-1 0,7 30 0,-8-41-113,0 0 0,1 0 0,0 0 1,0 0-1,0 0 0,0 0 0,1-1 0,-1 1 1,1-1-1,0 1 0,0-1 0,0 0 0,1 0 0,-1-1 1,1 1-1,-1-1 0,1 1 0,0-1 0,0 0 1,0-1-1,0 1 0,8 1 0,1 0-446,0-1-1,0 0 1,0-1-1,1-1 1,-1 0 0,0-1-1,0 0 1,0-1-1,20-6 1,-21 5-703,0-1-1,-1 0 1,0-1-1,0 0 1,0-1-1,11-8 1,33-34-10990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7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1 199 15751,'0'0'3431,"8"23"-2524,25 67-285,-23-66-94,-10-24 43,0-3 325,-1-19 30,-1 0-1,-7-28 0,6 34-682,0-1 1,0 1-1,2-1 1,0 0-1,1 0 0,2-23 1,0 36-224,-1 0 1,1 0-1,0 0 1,0 0-1,0 0 1,0 1-1,1-1 1,-1 1-1,1-1 1,0 1-1,0 0 1,0 0-1,0 0 1,1 1-1,-1-1 1,1 1-1,0 0 1,-1 0-1,1 0 1,6-2-1,5-2-62,0 1 0,1 1-1,-1 0 1,22-2 0,0 2-1237,48 2 0,-5 9-3473,-13 11-2185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8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1 463 19689,'8'28'-523,"69"187"1590,-65-182-762,-2 0 0,-1 1 0,-2 0-1,-1 1 1,-1 0 0,-2 0 0,-3 46 0,0-81-289,0 0 0,0 0 0,0 0 0,0-1 1,0 1-1,0 0 0,-1 0 0,1 0 0,0 0 0,0-1 0,0 1 1,0 0-1,-1 0 0,1 0 0,0 0 0,0 0 0,0 0 1,-1 0-1,1-1 0,0 1 0,0 0 0,0 0 0,-1 0 1,1 0-1,0 0 0,0 0 0,-1 0 0,1 0 0,0 0 1,0 0-1,0 0 0,-1 0 0,1 0 0,0 0 0,0 1 0,0-1 1,-1 0-1,1 0 0,0 0 0,0 0 0,0 0 0,-1 0 1,1 0-1,0 1 0,0-1 0,0 0 0,0 0 0,-1 0 1,1 1-1,0-1 0,0 0 0,0 0 0,0 0 0,0 1 0,0-1 1,0 0-1,0 0 0,0 0 0,0 1 0,-1-1 0,1 0 1,0 0-1,0 0 0,0 1 0,1-1 0,-1 0 0,0 0 1,0 1-1,-14-18 686,-1-11-462,2 0 0,1 0 0,1-1 0,1-1 0,-9-50 0,8 11-209,-5-102 0,14 131-11,-1-18-3,1-1 0,3 1 0,13-86 0,-11 132-3,0 0-1,1-1 1,0 2 0,1-1 0,0 0 0,1 1 0,0 0 0,1 0 0,10-13 0,-12 19-4,0 0 0,0-1 0,1 2-1,-1-1 1,1 1 0,0-1 0,0 2 0,0-1 0,1 1 0,-1 0 0,1 0 0,0 1 0,0-1-1,0 2 1,0-1 0,0 1 0,12-1 0,-13 2-9,0 0-1,1 0 1,-1 0 0,0 1-1,0 0 1,0 0-1,1 1 1,-1-1 0,-1 1-1,1 1 1,0-1 0,0 1-1,-1 0 1,9 6-1,-8-3-1,0-1-1,-1 1 0,0 1 0,0-1 0,0 1 0,-1 0 0,0 0 0,0 0 0,-1 1 1,0-1-1,3 11 0,4 20 23,-3 0 0,-1 0 1,-1 1-1,-3 0 0,-1 0 1,-2 0-1,-7 49 0,5-65 27,-2 0-1,-1-1 0,-1 0 0,0 0 0,-17 32 0,-61 98 712,83-148-739,2-5-12,0 1-1,0 0 1,0 0 0,0 0-1,0 0 1,0-1-1,0 1 1,0 0-1,0 0 1,0 0 0,0 0-1,-1-1 1,1 1-1,0 0 1,0 0-1,0 0 1,0 0 0,0 0-1,0 0 1,0 0-1,-1-1 1,1 1-1,0 0 1,0 0 0,0 0-1,0 0 1,0 0-1,-1 0 1,1 0-1,0 0 1,0 0-1,0 0 1,0 0 0,-1 0-1,1 0 1,0 0-1,0 0 1,0 0-1,0 0 1,-1 0 0,1 0-1,0 0 1,0 0-1,0 0 1,0 0-1,0 0 1,-1 0 0,1 0-1,0 0 1,0 0-1,0 1 1,0-1-1,0 0 1,-1 0 0,1 0-1,0 0 1,0 0-1,0 0 1,0 1-1,0-1 1,0 0 0,0 0-1,0 0 1,0 0-1,0 0 1,0 1-1,0-1 1,-1 0 0,-2-24 147,2-40-236,1 57 98,0-106-537,0 112 458,4 0 36,0 0 0,0 1 0,0-1 0,0 1 1,0 0-1,1 0 0,-1 1 0,0-1 0,7 3 0,-4-2 5,5 1 21,-1 1 1,1 0-1,-1 1 0,0 0 0,0 1 1,0 0-1,-1 1 0,1 0 0,-1 1 0,14 12 1,3 7-3,0 0 1,23 33-1,-36-41 18,0 0 0,2 0 0,0-2 0,1 0 0,0-1 0,1 0 0,1-2 0,27 16 0,-36-25-8,-1-1 1,1 0 0,0 0 0,-1-1 0,1-1 0,0 1-1,0-2 1,1 1 0,-1-1 0,0-1 0,0 0-1,11-2 1,-19 1-21,1 1 0,-1-1 1,1 0-1,-1 0 0,0 0 0,0 0 0,0-1 0,0 1 0,0 0 0,0-1 0,0 0 0,-1 1 0,0-1 0,1 0 1,-1 0-1,0 0 0,0 0 0,-1 0 0,1 0 0,0 0 0,-1 0 0,0-4 0,1-5-86,0 1 1,-1-1-1,0 1 0,-4-21 0,2 27 108,1-1 0,-2 1 0,1-1-1,-1 1 1,0 0 0,0 0 0,0 1-1,0-1 1,-1 1 0,0-1 0,0 1-1,0 0 1,-1 0 0,1 1 0,-1 0-1,0-1 1,0 1 0,0 1 0,0-1-1,0 1 1,-1 0 0,1 0 0,-1 1-1,1-1 1,-1 1 0,0 0 0,1 1-1,-1 0 1,0 0 0,0 0 0,-5 1-1,8 0 19,1 0-1,0-1 0,-1 2 1,1-1-1,0 0 1,0 0-1,0 1 0,0-1 1,0 1-1,0 0 0,0-1 1,0 1-1,1 0 0,-1 0 1,1 0-1,-1 0 0,1 1 1,0-1-1,0 0 0,0 0 1,-1 5-1,-16 52 380,17-52-379,-3 8 35,2 0 1,0 0-1,-1 18 1,3-30-80,0 0 0,0 0 1,0 0-1,0 0 0,1 0 0,-1 0 1,1 0-1,0 0 0,0-1 0,0 1 1,0 0-1,0 0 0,1-1 0,-1 1 1,1-1-1,0 1 0,0-1 0,0 0 1,0 1-1,0-1 0,0 0 0,0 0 1,3 1-1,15 5-1007,1-1 0,-1-1 0,1-1 1,0-1-1,0-1 0,0-1 0,40-1 0,27 0-7530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8.4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1 14999,'0'0'5693,"-12"4"-5589,8-3-96,2 0 2,-1-1 0,1 1 0,-1-1-1,1 1 1,-1 0 0,1 0-1,0 0 1,0 0 0,-1 0-1,1 1 1,0-1 0,0 1-1,0-1 1,0 1 0,1 0-1,-1 0 1,0 0 0,1 0-1,-1 0 1,1 0 0,0 0-1,-1 0 1,1 1 0,0-1-1,0 0 1,1 1 0,-1-1-1,0 1 1,1-1 0,0 1-1,-1-1 1,1 1 0,0-1-1,1 5 1,3 20 139,2 7 872,3 65-1,-9-96-937,-1 0 0,1 0 1,0 0-1,-1 0 0,0 0 0,1-1 0,-1 1 0,0 0 0,-1 0 0,1-1 0,0 1 0,-1 0 0,0-1 0,1 1 0,-1-1 0,0 0 0,0 0 0,-5 4 0,-1 1 156,-2-1-1,1-1 1,-20 10-1,-12 7-174,34-13-421,11-7-5361,25-2-802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8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 0 17416,'0'0'5432,"-11"27"-4627,-32 83-300,42-108-484,1-1 0,-1 1 0,0-1 1,1 1-1,0 0 0,-1 0 0,1-1 1,0 1-1,0 0 0,0-1 0,0 1 1,0 0-1,0 0 0,0-1 0,1 1 0,-1 0 1,1-1-1,-1 1 0,1-1 0,0 1 1,-1 0-1,1-1 0,0 1 0,0-1 1,0 0-1,0 1 0,0-1 0,1 0 1,-1 0-1,0 1 0,0-1 0,1 0 0,2 1 1,0-1 113,0 1 1,1-1 0,-1 0 0,1 0-1,0-1 1,-1 1 0,1-1-1,5 0 1,-5 0 167,-3-1-231,0 0 0,-1 0 0,1 1 0,0-1 0,-1 0 0,1 0 1,-1-1-1,1 1 0,-1 0 0,0 0 0,1-1 0,-1 1 0,0-1 0,0 1 0,0-1 0,0 1 0,0-1 0,0 0 0,0 1 0,-1-1 1,1 0-1,-1 0 0,1 0 0,-1 1 0,0-1 0,1 0 0,-1 0 0,0 0 0,0 0 0,-1-3 0,2 0-55,-1-1 0,0 1 1,0-1-1,-1 1 0,1-1 0,-1 1 0,-1-1 0,1 1 0,-1 0 0,-3-8 1,-11-3-90,-3-3-1613,13 6-3129,6-2-1018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8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16055,'0'0'4715,"6"26"-2893,38 184 1251,-34-130-1689,-1 92 1,-8-106-1170,3-1 1,21 113-1,-23-167-321,1 0 1,0-1-1,1 1 1,9 17-1,-11-25-173,-1-1-1,1 1 1,0 0-1,0-1 1,0 1 0,1-1-1,-1 0 1,0 1 0,1-1-1,0 0 1,-1-1-1,1 1 1,0 0 0,0-1-1,0 0 1,0 1 0,0-1-1,0 0 1,1-1-1,3 2 1,32-1-5790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9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1 17608,'0'0'6275,"-17"23"-12230,17-10-3569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45.4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23 432 4834,'0'0'4282,"0"-4"-3292,0-13 444,0 2 4359,0 15-5176,0 0-597,0 0 0,0-1 0,0 1 0,0 0 1,0 0-1,0 0 0,0 0 0,0-1 0,0 1 0,0 0 1,0 0-1,0 0 0,0 0 0,1 0 0,-1 0 1,0-1-1,0 1 0,0 0 0,0 0 0,0 0 1,0 0-1,0 0 0,0 0 0,0 0 0,0-1 1,1 1-1,-1 0 0,0 0 0,0 0 0,0 0 1,0 0-1,0 0 0,1 0 0,-1 0 0,0 0 1,0 0-1,0 0 0,0 0 0,0 0 0,1 0 1,-1 0-1,0 0 0,0 0 0,0 0 0,0 0 1,0 0-1,1 0 0,-1 0 0,0 0 0,0 0 0,0 0 1,0 0-1,0 0 0,0 0 0,1 0 0,-1 1 1,0-1-1,0 0 0,0 0 0,0 0 0,0 0 1,0 0-1,0 0 0,0 1 0,20 126 158,-8-57 39,5 125-1,-17-31-22,-3 270-36,3-201-83,11-328 333,-7 10-478,-4-1 0,-4 1 0,-19-116 0,4 105-18,5 0 0,-4-172 0,18-49-899,-12 228 373,13 88 608,-1 1-1,1-1 1,-1 0-1,1 1 1,-1-1-1,1 1 1,-1-1-1,1 0 1,-1 1-1,1 0 1,0-1-1,-1 1 1,1-1-1,0 1 1,0 0-1,-1-1 1,1 1 0,0 0-1,0 0 1,-1 0-1,1-1 1,0 1-1,0 0 1,0 0-1,0 0 1,30-2-57,-24 2 51,123-17-720,173-44 0,-223 42 588,-50 13 178,44-12-296,0 4 1,97-6 0,-140 19 228,-7 1 5,1-1 0,-1 0 1,0-2-1,0-1 1,-1-1-1,33-11 0,-56 16 28,0 0 0,0 0 0,1 0 0,-1-1 0,0 1 0,0 0 0,1 0 1,-1 0-1,0 0 0,0 0 0,1 0 0,-1 0 0,0 0 0,1 0 0,-1 0 0,0 1 0,0-1 0,1 0 0,-1 0 0,0 0 0,0 0 0,1 0 0,-1 0 0,0 0 0,0 1 0,0-1 0,1 0 0,-1 0 0,0 0 0,0 1 0,0-1 0,0 0 0,1 0 1,-1 0-1,0 1 0,0-1 0,0 0 0,0 0 0,0 1 0,0-1 0,0 0 0,0 0 0,0 1 0,0-1 0,0 0 0,0 1 0,0-1 0,0 1 0,0 16-4,0-14-2,3 25 10,0 0 0,2 0 0,1-1 0,2 1-1,13 33 1,10 38 27,26 225-2,8 27 243,-19-184-83,64 273 86,-106-413-238,-2 0 1,-1 37-1,-1-42 41,0-21-72,0 0-1,-1 0 1,1 0 0,0 0 0,-1 0 0,1-1 0,-1 1 0,1 0 0,-1 0 0,1 0 0,-1-1 0,1 1-1,-1 0 1,0-1 0,1 1 0,-1 0 0,0-1 0,0 1 0,1-1 0,-1 1 0,0-1 0,0 0 0,0 1-1,0-1 1,1 0 0,-1 0 0,0 1 0,-1-1 0,-32 5 67,28-5-56,-73 6 41,1-5 0,-98-9 0,-153-37 174,207 29 849,-214-1 1,327 17-1156,-1 0 0,1 1 0,-1 0 0,1 0 0,0 1 0,0 0 0,0 1 0,0 0 1,0 1-1,-8 4 0,14-8-3504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46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1 147 4418,'0'0'5250,"8"-18"-4892,26-55-78,-19 50-124,-6 19 264,-1 27 602,-3-8-694,-2-12-293,1-1 1,0 1-1,0-1 0,0 0 0,0 0 0,0 0 0,1-1 0,-1 1 0,0-1 1,1 0-1,-1 0 0,1-1 0,-1 1 0,1-1 0,5-1 0,73-3-15,-64 2-38,0 0 0,0-1 0,0-1 0,-1 0-1,1-2 1,-1 0 0,-1-1 0,20-10 0,-36 16-150,1 0 0,-1 0 0,0 1 0,0-1 0,1 0 0,-1 0 0,0-1 0,0 1 0,0 0 1,0 0-1,-1 0 0,1-1 0,0 1 0,0 0 0,-1-1 0,1 1 0,-1-1 0,1 1 0,-1 0 0,0-1 0,1 1 0,-1-3 0,0 0-4106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46.4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 4162,'0'0'2225,"2"3"-1852,0-1-288,0 0 0,0 0 0,1 0-1,-1 0 1,1-1 0,0 1-1,-1-1 1,1 0 0,0 0-1,0 0 1,-1 0 0,1 0 0,0 0-1,0-1 1,0 1 0,0-1-1,0 0 1,0 0 0,0 0-1,5-2 1,43 8 383,-43-3-295,0-1 1,-1-1 0,1 1-1,0-1 1,0-1-1,0 0 1,0 0-1,0 0 1,15-3 0,-2-2 531,0-1 0,25-11 0,-25 8-941,30-8-2963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46.8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4882,'0'0'1814,"15"2"-1133,139 20 607,-120-19-827,-1 0 0,1-2 0,55-7 0,-68 1-1294,4-4-1175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0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0 173 2609,'0'0'10162,"0"-8"-9132,1-14-519,1 42-243,5 53 271,31 444 2922,-37 8-2355,-4-231-663,3 451 662,2-678-721,2-1 0,16 84 0,-22-171-78,0 1 1,2-1-1,2-21 0,0-19-280,-2 60-25,-20-1124-959,-14 103 968,34 1011-4,-1-15 40,2 0 0,6-34 0,-7 54-27,1 1 0,0-1-1,1 1 1,0 0 0,-1 0-1,2 0 1,-1 0 0,0 0-1,1 0 1,0 0 0,0 1 0,1-1-1,-1 1 1,1 0 0,0 0-1,8-6 1,-5 8-11,-1 0 0,1 0 0,0 0 1,0 1-1,0 0 0,0 1 0,0-1 0,0 1 0,0 1 0,11 1 0,12 0 2,2 0-2,-1 1 0,0 2 1,0 2-1,35 11 0,-27-7 1,0-1-1,47 4 0,-37-10-9,0-1-1,-1-3 0,72-10 1,-99 7-1,0-1 1,0-1 0,0-1-1,-1-1 1,0 0 0,0-2-1,0-1 1,-2 0 0,1-1-1,21-17 1,0-9 407,-35 175-330,41 257 0,65 131 168,-109-516-243,113 435 171,37 183-69,-129-479-98,-22-130-2,0-1 0,-1 1 0,-1 0 1,0-1-1,-9 35 0,7-44 2,-1 0 1,-1 0-1,0 0 0,0 0 1,-1-1-1,1 0 0,-2 0 1,1 0-1,-1-1 1,-1 0-1,1 0 0,-1-1 1,0 0-1,0-1 0,-1 1 1,0-1-1,-17 6 0,-8 3 57,0-1 0,-1-2 0,-57 10 0,-32-4 505,-1-6 0,-209-7 0,190-5-110,101 1-334,-102-4 223,131 3-359,0-1 1,1 0-1,0-1 0,0-1 1,0 0-1,0-1 0,0 0 1,-12-7-1,23 10-131,-1 1 0,1-1 1,-1 0-1,1 0 0,0 0 0,0 0 0,0-1 1,0 1-1,0-1 0,0 1 0,1-1 0,-1 1 0,1-1 1,-1 0-1,0-5 0,-3-47-5985,5 54 6003,0-53-10281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0.9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49 2545,'0'0'12966,"224"5"-10821,-98-5-1265,20-2-415,15-14-385,-9 6-80,-14 0-673,-26 4-1792,-32 1-2177,-25 0-5346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1.1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73 14503,'0'0'1776,"259"-8"-1439,-124-7-241,0 2-48,-6-3-48,-20 3-2401,-23 8-2418,-23 3-3264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1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149 536 8708,'0'0'1683,"-2"-26"-1547,-1 5-85,-9-163 1016,12-105 4573,-4 273-4561,-5 18-574,-10 26-424,5 14-681,2 1 0,-12 72 0,-9 35-6871,16-100 2962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1.6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1 425 6819,'0'0'6606,"10"-29"-5739,34-97-294,-38 104-380,0 1-1,-2-1 0,0-1 0,-2 1 0,0 0 0,-1-1 0,-4-28 0,1-7 1065,3 58-1252,-1-1 1,0 1-1,0 0 1,0 0-1,0-1 1,0 1 0,0 0-1,0 0 1,1-1-1,-1 1 1,0 0-1,0 0 1,0-1-1,1 1 1,-1 0-1,0 0 1,0 0-1,1 0 1,-1-1-1,0 1 1,0 0 0,1 0-1,-1 0 1,0 0-1,0 0 1,1 0-1,-1 0 1,0 0-1,0 0 1,1 0-1,-1 0 1,0 0-1,1 0 1,-1 0 0,0 0-1,0 0 1,1 0-1,-1 0 1,0 0-1,1 0 1,-1 0-1,0 1 1,0-1-1,1 0 1,-1 0-1,0 0 1,0 0 0,0 1-1,1-1 1,-1 0-1,0 0 1,0 0-1,0 1 1,0-1-1,1 0 1,-1 0-1,0 1 1,0-1-1,17 17-70,-4 11 70,-1 0 0,-1 1 0,-2 0 0,-1 0 0,8 55 0,18 61-942,-16-104-1813,4-12-2693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2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15415,'0'0'2449,"201"0"-2193,-118 0-176,-11 0-80,-14 0-1456,-30 0-2098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2.2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11701,'0'0'353,"175"15"-353,-111-15-193,2 0-3024,-9-13-3234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2.3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104 481 3314,'0'0'4081,"-37"-155"-3696,22 83 607,4-3-32,2 7 161,6 14 432,0 21-673,3 12 65,0 18-641,-2 3-304,-7 13-1265,0 23-1168,4 6-3490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2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7203,'0'0'3874,"0"145"-3010,0-111-575,2-8-225,7-6 48,-9-9-112,0-4-561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2.6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11637,'0'0'4466,"153"116"-4322,-113-49-112,-12 0-32,-10-10-1904,-10-13-2194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4.3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1 334 12086,'0'0'7008,"0"44"-6213,1 62 516,28 195 1,10-30 116,7 511 1,-48-305-754,2 362 1027,30-351-842,0 32-397,-42-846-407,1-518-788,-1-3 549,-26 165 144,17 418 12,13-105-15,-11-106-181,12 331 105,6 92-3,-8-60 0,8 107 123,0-14-124,17 17-25,4 3 174,-11-1-29,422 18-23,-367-10 10,603 53-26,-658-61 41,413 1 25,-2-35 63,-343 24-72,-41 7 0,0-2 0,-1-2 0,0-1 0,60-22 0,-88 24 105,2 0 195,0 19-375,2 30 87,-3-1 0,-1 1-1,3 82 1,-7-73 19,74 567 590,-56-480-494,-6 1-1,-6 0 1,-7 1-1,-26 248 1,-84 317 270,35-271-299,-30 258 132,86-13 395,17-557-583,-2-122-63,-1 0-1,1 0 1,-1-1-1,1 1 1,-1-1-1,1 1 1,-1-1-1,1 0 1,-1 0-1,1 0 1,-5-1-1,2 1-10,-337-3-470,-259 3 185,5 41 399,202 32 19,224-36-122,146-32-304,0-1 0,-40 1-1,64-5 257,-1 0-1,1 0 1,-1 0 0,1 0-1,-1 0 1,1 0 0,0 0-1,-1 0 1,1 0-1,-1-1 1,1 1 0,-1 0-1,1 0 1,0 0 0,-1-1-1,1 1 1,0 0 0,-1-1-1,1 1 1,0 0 0,-1-1-1,1 1 1,0 0 0,0-1-1,-1 1 1,1-1-1,0 1 1,0-1 0,0 1-1,-1 0 1,1-1 0,0 1-1,0-1 1,0 1 0,0-1-1,0 1 1,0-1 0,0 1-1,0 0 1,0-1 0,0 1-1,0-1 1,1 1-1,-1-1 1,0 1 0,0-1-1,1 0 1,10-24-1977,46-39-5411,22-22-6421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4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1 866 7139,'0'0'3826,"163"-209"-2850,-65 106-351,17-13-209,8-1 16,-2 11-320,-12 24-112,-23 22-496,-26 16-1377,-20 16-2257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5.0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1 750 12822,'0'0'3537,"232"-101"-2976,-82 24-529,10-11-32,7-10-48,-6-11-432,-18 3-897,-25 8-1809,-32 26-6210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5.2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0 789 13990,'0'0'3154,"155"-52"-1441,-26-15-977,26-21-576,12-18-16,2-5-144,1-15-752,-4 2-1441,-17 10-2962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5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0 494 16392,'0'0'3057,"230"-23"-2129,-70-62-832,18-16-96,0 0-1264,-8 3-1057,-24 13-2946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5.6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1 264 8980,'0'0'12006,"178"18"-11782,2-85-224,4-8-2225,-29 0-2834,-40 11-5794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55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68 16440,'0'0'3601,"195"36"-2736,-77-51-737,-4-11-128,-19-3-2081,-29-4-2962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08.0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1 140 4978,'0'0'1678,"33"-2"-1523,379-37 2569,501-11-1552,-1 41 672,340-13-2584,-1115 15-2304,-18-3-2169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0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475 56 5507,'0'0'10739,"0"-5"-10471,0 3-224,0 0 0,0 0 0,0 0 0,-1 0 0,1 0 0,0 1 0,-1-1 0,0 0 0,1 0 0,-1 0 0,0 1 0,0-1 0,0 0 0,0 1 0,0-1 0,0 1 0,0-1 0,-1 1 0,1 0 0,0-1 0,-1 1 0,1 0 0,-1 0 0,0 0 0,1 0 1,-1 0-1,0 0 0,0 1 0,1-1 0,-1 1 0,-2-1 0,-7-1 12,0 0 1,0 1-1,0 0 1,-17 2 0,8 0-63,2 0 14,0 1 0,1 1 0,-1 1 0,1 0 0,0 1 0,0 1 0,0 1 0,1 0 0,0 2 0,0-1 0,1 2 0,0 0 0,1 1 0,0 0 0,-14 16 0,20-19 68,1 0-1,0 1 1,0 0 0,1 0 0,0 1-1,0 0 1,1 0 0,1 0-1,0 0 1,0 1 0,-3 14-1,6-17 52,0 1 1,0-1-1,1 1 0,1 0 0,-1-1 0,1 1 0,0-1 0,1 1 0,0-1 0,1 0 0,-1 0 0,2 0 0,-1 0 0,1 0 0,0 0 0,6 7 0,1 0 83,1-1-1,1 0 1,0-1-1,0 0 0,2-1 1,-1-1-1,1 0 0,1-1 1,0 0-1,1-2 1,34 14-1,-23-12-463,1-1 0,43 7 0,-40-11-2798,64 2-1,-75-7-2448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0.4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1 560,'0'0'15319,"3"41"-13670,6 11 0,-3 7-481,2 3-527,-5-2-289,0-9-208,-3-2-144,3-12-224,5-9-913,7-10-1600,8-15-2706,8-3-4577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0.8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93 110 16215,'0'0'1054,"0"24"-704,0 5-300,-2 18 590,3 1 1,2 0-1,16 83 1,34 21 1103,-53-152-1738,0 1 0,0-1 0,0 0 0,0 0 0,0 0 0,0 1 0,0-1 0,0 0 0,0 0 0,0 1-1,0-1 1,0 0 0,0 0 0,0 1 0,1-1 0,-1 0 0,0 0 0,0 0 0,0 1 0,0-1 0,0 0 0,1 0-1,-1 0 1,0 0 0,0 1 0,0-1 0,1 0 0,-1 0 0,0 0 0,0 0 0,1 0 0,-1 0 0,0 0 0,0 0-1,0 0 1,1 1 0,-1-1 0,0 0 0,0 0 0,1 0 0,-1 0 0,0 0 0,0-1 0,1 1 0,-1 0 0,0 0-1,6-13 44,-2-20-130,-2 7-14,-1-1 0,-1 1 0,-2-1 1,0 1-1,-2 0 0,-1-1 0,-1 2 0,-1-1 0,-1 1 1,-12-25-1,-102-150 47,121 198 89,0 1 0,0-1 1,0 1-1,0-1 1,0 0-1,0 0 0,1 1 1,-1-1-1,0 0 1,1 0-1,0 0 1,-1 0-1,1 0 0,0-3 1,1 4-2,0 0 1,1 0-1,-1 1 1,0-1-1,1 0 1,-1 1-1,0-1 0,1 1 1,-1 0-1,1-1 1,-1 1-1,1 0 1,-1 0-1,1 0 1,-1 0-1,1 0 1,-1 0-1,3 1 1,58 1-123,0 4 0,-1 2 1,0 2-1,80 26 0,-140-36-73,0 0 0,-1 0 0,1 0 0,0 0-1,0 0 1,-1 0 0,1 0 0,0 0 0,0 1 0,-1-1-1,1 0 1,0 0 0,-1 1 0,1-1 0,0 1-1,-1-1 1,1 0 0,-1 1 0,1-1 0,-1 1-1,1 0 1,-1-1 0,1 1 0,-1-1 0,1 1-1,-1 0 1,0-1 0,1 1 0,-1 0 0,0-1-1,1 1 1,-1 0 0,0 0 0,0-1 0,0 1 0,0 0-1,0-1 1,0 1 0,0 0 0,0 1 0,-7 9-7174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1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19785,'0'0'3890,"181"0"-4050,-92 0-2866,-9 0-2272,-13 2-3842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1.3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0 537 4386,'0'0'12123,"25"-28"-11638,5-4-399,-9 11-50,0-2 1,-2 0-1,-1-2 1,0 0-1,20-41 1,-25 41 37,-2-1 1,-1-1-1,-1 0 1,-1 0-1,6-42 1,-8-23 3466,-6 91-2111,0 9-744,1 4-502,0 1-1,0-1 1,1 0 0,1 0 0,0 0-1,0 0 1,7 15 0,5 4 316,24 36 0,-21-37-340,23 52 0,-39-78-313,0 0 0,-1 1 0,1-1-1,-1 0 1,0 1 0,-1-1 0,1 1-1,-1-1 1,0 1 0,0 0 0,0-1 0,0 1-1,-1-1 1,-2 7 0,2-8-212,0 0 0,-1 0 0,1 0 1,-1-1-1,0 1 0,0-1 0,0 1 0,0-1 1,0 0-1,-1 0 0,1 1 0,-1-2 0,1 1 1,-1 0-1,0-1 0,1 1 0,-1-1 0,0 0 1,0 0-1,-6 2 0,-43 6-6873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1.4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0 0 15799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1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6 375 15799,'-3'-131'4674,"0"123"-2801,3 3-128,0-3-624,0-5-705,29-2-416,20-9-64,11-4-1057,6-3-1648,0-5-1313,-8-3-2465,-12 3-3906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1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1 140 11205,'0'0'2524,"17"27"-1169,58 87-349,-62-95-381,-1 1 1,16 38-1,-25-49-87,0 1 0,-1-1 0,0 1 0,-1-1 0,0 1 1,0 15-1,-7-30 198,-11-21-709,0-1-1,2 0 1,1-1 0,2-1-1,0 0 1,2-1 0,2 0-1,0 0 1,2-1 0,1 0-1,0-33 1,4 61-28,1 1 0,0-1 1,0 0-1,0 0 0,0 0 0,1 0 0,-1 0 0,1 0 0,0 1 0,0-1 1,0 0-1,0 0 0,0 1 0,0-1 0,1 1 0,-1-1 0,1 1 1,0 0-1,0-1 0,0 1 0,2-2 0,0 2-1,1 0 0,0 0 0,0 0 0,-1 1 0,1 0 0,0 0 0,0 0 0,0 1 0,0-1 0,0 1 0,6 1 0,-6-1-2,-1 0-1,1 0 1,0 0-1,-1 1 1,1 0-1,0 0 0,-1 0 1,1 0-1,-1 1 1,1 0-1,-1-1 1,0 2-1,0-1 0,0 0 1,0 1-1,5 4 1,-6-3-7,0 0 0,0 1 0,0-1 0,0 1 1,-1-1-1,1 1 0,-1 0 0,0 0 0,-1 0 0,1 0 1,-1 0-1,0 1 0,0-1 0,-1 7 0,2 3-2,-2 0 0,0-1 0,-1 1-1,0-1 1,-1 1 0,-1-1 0,-6 21-1,7-29 17,-1 1 0,1-1 0,-2 1-1,1-1 1,-1 0 0,1 0 0,-2-1 0,1 1-1,-1-1 1,1 0 0,-1 0 0,-1 0-1,1-1 1,-1 0 0,0 0 0,0 0-1,-11 4 1,15-7 8,1 0 0,-1 0 0,0 0 0,0 0 0,0 0 1,0-1-1,0 1 0,0-1 0,0 1 0,0-1 0,0 0 0,0 0 0,0 0 0,0 0 0,0 0 0,0 0 0,0 0 0,0-1 0,0 1 0,0-1 0,0 0 0,-3-1 0,3 0 52,1 0 1,-1 0-1,1 0 0,0-1 0,0 1 1,0 0-1,0-1 0,0 1 0,0 0 0,1-1 1,-1 1-1,1-1 0,0 1 0,0-1 0,0 1 1,0-5-1,6 5 96,0 1-1,-1 0 1,1 1 0,0-1 0,0 1-1,-1 1 1,8 0 0,-7 0-107,0 0 0,0 0-1,-1 0 1,1 1 0,-1 0 0,1 0 0,-1 0 0,0 1 0,0 0-1,0 0 1,0 0 0,0 1 0,4 4 0,6 7 184,0 1 0,17 23 0,-25-29-680,0 0 1,1 0-1,0 0 1,0-1 0,1-1-1,0 0 1,1 0-1,-1 0 1,2-1 0,-1-1-1,18 8 1,22-2-6008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2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13414,'0'0'10944,"12"28"-9287,39 91-481,-41-90-918,-1 0 1,-1 1-1,-2 0 0,-1 0 0,-1 0 1,-2 1-1,-1 34 0,4 42-3962,-5-106 3474,0 0 0,1 0 0,-1-1 0,1 1-1,-1 0 1,1 0 0,-1-1 0,1 1 0,-1 0 0,1 0 0,0-1 0,-1 1 0,1-1-1,0 1 1,0-1 0,-1 1 0,1-1 0,0 1 0,0-1 0,0 0 0,0 1 0,-1-1-1,1 0 1,0 0 0,0 0 0,0 0 0,0 0 0,0 0 0,0 0 0,0 0 0,0 0 0,-1 0-1,1 0 1,0 0 0,0-1 0,1 1 0,6-1-2101,33 1-9368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5:32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210 16 13430,'0'0'13169,"-21"10"-12190,13-7-895,1 0-23,0-1 1,1 1 0,-1 0 0,1 1 0,-1 0-1,1 0 1,0 0 0,1 0 0,-1 1-1,1 0 1,0 0 0,0 1 0,0 0 0,1-1-1,0 1 1,0 1 0,1-1 0,-1 1 0,1-1-1,1 1 1,-1 0 0,-1 11 0,1 3 83,1 1 0,0-1 0,2 1 0,1-1 0,1 1 0,1-1 0,5 24 1,-6-38-135,-1-1 0,1 0 0,0 0 0,1 0 0,-1 0 0,1 0 0,1 0 0,-1-1 0,1 1 0,0-1 0,0 0 0,0 0 0,1-1 0,-1 1 0,1-1 0,1 0 0,-1 0 0,0-1 0,1 0 0,0 1 0,-1-2 0,1 1 0,1-1 1,-1 0-1,0 0 0,0-1 0,11 2 0,-12-3-11,0-1 1,0 1 0,-1-1 0,1 0 0,0 0 0,-1 0-1,1-1 1,-1 0 0,1 0 0,-1 0 0,0 0-1,1-1 1,-1 1 0,-1-1 0,1 0 0,0 0 0,-1-1-1,1 1 1,-1-1 0,0 0 0,0 0 0,-1 0-1,5-8 1,1-3-26,0 0 0,-1-1 0,-1 0 0,0 0 0,5-26 0,-8 28 1,0 1 0,-1-1 1,-1 0-1,-1 0 0,1 0 0,-5-25 1,3 34 19,0-1 0,0 0 1,-1 1-1,0-1 0,0 1 0,-1 0 1,1 0-1,-1 0 0,0 0 0,-1 0 1,1 0-1,-1 1 0,0 0 0,0 0 1,0 0-1,-1 0 0,1 0 0,-9-4 0,-6-1 53,0 0 0,0 1-1,-1 1 1,1 1-1,-2 1 1,-31-5-1,-26 0-3657,43 6-359,24 1-4044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17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8 388 8740,'0'0'8804,"-1"-6"-8273,-4-16-126,4 30 25,1 54 264,1-25-540,-1 1655 4518,17-2323-4317,-20-164-1105,7 737 660,2 0 0,2 1 0,29-102 0,-3 18-54,-28 97 155,-2 1 0,-2-81 0,-2 76-12,15 48-226,441 28 170,-57 0 101,-283-27 22,-115-1 161,-1 3-192,5 69 88,3-1-1,4 0 1,28 101 0,-4-19-17,72 486 4,-4-17-116,-90-553-3,2 2 22,-2 1 0,5 135 0,-18-203-15,-1-1 1,0 1-1,0-1 1,-1 0 0,1 1-1,-1-1 1,0 1-1,0-1 1,0 0-1,0 0 1,0 0-1,-1 0 1,1 0-1,-1 0 1,0 0-1,0 0 1,0 0-1,0-1 1,-1 1 0,1-1-1,-1 0 1,0 0-1,1 0 1,-1 0-1,0 0 1,0 0-1,0-1 1,0 1-1,-6 1 1,-5 0 16,-1 0 0,0-1 0,-1 0 0,1-1 0,-22-2 0,13 1-5,-24-2 42,-1-2 1,1-2-1,-90-23 1,-137-60 786,32 8 505,-21 15-1747,261 66 221,1-1 0,0 1 0,0-1 0,0 0 0,0 0 0,0 0 0,0 0 0,0 0 0,0 0 0,0-1 0,1 1 0,-1 0 0,0-1 0,1 0 0,-1 1 0,1-1 0,-1 0 0,1 0 0,-1-2 0,0-1-750,1 0 1,0 0-1,0 0 0,0 0 1,1-1-1,0 1 1,0-6-1,0-39-9217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18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12102,'0'0'8563,"12"139"-7762,-12-85-385,0 1-240,0-4-176,0-4-560,6-3-1681,5-13-2273,3-10-2706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18.4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0 517 7700,'0'0'5463,"12"-24"-4886,0 1-395,2-5 191,0-1 0,-2-1 1,12-45-1,-15 35 480,-1 0 0,2-49 0,-7-26 5083,-2 124-5934,0-1 1,1 1 0,0-1 0,1 1-1,0-1 1,6 13 0,2 6 4,0 7 22,1-1 0,2 0 0,1-1 0,1 0 0,2-2 0,1 0 0,29 35 0,-47-65-18,-1 1-1,0 0 0,1-1 1,-1 1-1,0 0 0,1-1 0,-1 1 1,1-1-1,-1 1 0,1-1 1,0 1-1,-1-1 0,1 1 0,-1-1 1,1 1-1,0-1 0,-1 0 1,1 1-1,0-1 0,0 0 0,-1 0 1,1 0-1,0 1 0,0-1 1,-1 0-1,1 0 0,0 0 0,0 0 1,-1 0-1,1 0 0,0-1 1,0 1-1,-1 0 0,1 0 0,0 0 1,0-1-1,-1 1 0,1 0 1,0-1-1,-1 1 0,1-1 0,-1 1 1,1-1-1,0 1 0,-1-1 1,1 1-1,-1-1 0,1 1 0,-1-1 1,0 0-1,1-1 0,13-42 781,-12 33-703,3-17-35,-1 0-1,-1-1 0,-1 1 0,-2-30 0,-2 34-1591,0 1 0,-10-41 0,4 24-5128,6 5-5747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18.7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78 351 12134,'0'0'2721,"0"23"-1377,-1 11-680,-2 5 492,3 0-1,6 55 0,-5-88-990,0 0 0,0 0 0,0 0 0,1 0 0,0 0 0,1 0 0,-1 0 0,1 0 0,0-1 0,4 6-1,-6-11 309,-4-40 82,-1-1 1,-3 1-1,-1 0 0,-24-72 1,18 67-573,2 0-1,2 0 1,-5-51 0,14 90 18,1 1 0,-1-1 0,1 0 0,0 0 0,1 0 0,0 1 0,0-1 0,0 0 0,0 1 0,1-1 0,0 1 0,0-1 0,1 1 1,-1 0-1,5-7 0,-2 8-7,-1 0 1,0 0-1,1 0 1,0 1 0,0 0-1,0-1 1,0 2-1,0-1 1,1 1 0,-1-1-1,1 2 1,0-1-1,-1 0 1,11 0 0,-3 0-12,0 0 1,-1 1 0,1 0 0,0 1 0,-1 0 0,1 1 0,0 1 0,14 3 0,-22-4 7,-1 1 0,1-1 0,-1 1 0,0 0 0,0 0 0,0 0 0,0 1 0,0-1 1,-1 1-1,1 0 0,-1 0 0,1 0 0,-1 0 0,0 1 0,0 0 0,-1-1 0,1 1 1,-1 0-1,0 0 0,0 0 0,0 1 0,0-1 0,-1 0 0,0 1 0,2 6 0,-2-3 20,0-1 0,0 1-1,-1-1 1,1 1-1,-2-1 1,1 1 0,-1-1-1,0 1 1,0-1-1,-1 0 1,0 0 0,-1 1-1,1-1 1,-1-1-1,-1 1 1,1 0 0,-1-1-1,-5 7 1,1-5 82,0 0-1,-1 0 1,1-1 0,-2 0 0,1-1 0,-1 0 0,0 0-1,0-1 1,0 0 0,-1-1 0,-13 4 0,12-4-263,0 0 1,0-1 0,0 0 0,-1-1-1,1 0 1,-1-1 0,1-1 0,-23-1-1,34 1-27,0 0 0,1-1 0,-1 1 0,1 0 0,-1 0 0,1 0 0,-1-1 0,1 1 0,-1 0 0,1-1 0,-1 1 0,1-1 0,-1 1 0,1 0 0,-1-1 0,1 1 0,0-1 0,-1 1 0,1-1 0,0 1 0,-1-1 0,1 1 0,0-1 0,0 0 0,0 1 0,0-1 0,-1 1 0,1-1 0,0 0 0,0 0 1,-1-38-15412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19.8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1 334 14615,'0'0'2990,"30"-2"-2587,423-24 1118,-303 25-892,36-2 140,-182 2-719,-1 0 1,0 0-1,0-1 0,0 1 1,0-1-1,0 0 0,-1 0 1,1 0-1,0 0 0,-1 0 1,0-1-1,1 1 1,-1-1-1,0 0 0,0 1 1,0-1-1,-1 0 0,1 0 1,-1 0-1,1 0 0,-1 0 1,0-1-1,0-3 1,5-9 123,-2 0 0,0 0 0,1-21 0,-1 31 955,2 15-896,7 25-526,-12-30 379,9 25-101,-3-2 132,2-1 0,2-1-1,0 1 1,1-2 0,18 28 0,-29-52-102,-1 1 0,0-1 1,0 1-1,0-1 0,1 0 1,-1 1-1,0-1 0,0 0 1,1 1-1,-1-1 1,0 0-1,1 1 0,-1-1 1,0 0-1,1 1 0,-1-1 1,1 0-1,-1 0 0,0 1 1,1-1-1,-1 0 0,1 0 1,-1 0-1,1 0 1,-1 0-1,1 0 0,-1 0 1,0 0-1,1 0 0,-1 0 1,1 0-1,-1 0 0,1 0 1,-1 0-1,1 0 0,0 0 1,7-18 261,-2-37-13,-6 51-210,2-29 20,-1-1-1,-1 1 1,-2 0 0,-2-1-1,-1 1 1,-1 1 0,-15-44-1,18 69-31,-1-13 93,6 19-156,0 1 1,0 0-1,0 0 1,0 0-1,0 0 1,0 0-1,0 0 1,0 1-1,-1-1 1,1 1 0,3 0-1,7 4 9,0 1-1,0 0 1,0 1-1,-1 0 1,0 0 0,-1 1-1,0 1 1,0 0-1,13 16 1,-17-19 25,0 2 0,-1-1 1,0 1-1,0-1 0,-1 1 0,0 1 1,0-1-1,-1 1 0,0-1 1,0 1-1,-1 0 0,-1 0 0,1 0 1,-1 0-1,-1 10 0,0-16 33,0-1-1,-1 1 1,1 0 0,-1-1-1,0 1 1,0 0-1,0-1 1,0 1 0,0-1-1,-1 0 1,1 1 0,-1-1-1,1 0 1,-1 0-1,0 0 1,0 0 0,-3 3-1,0-1 50,-1 0 0,0 0-1,0-1 1,-1 0-1,1 0 1,-12 3 0,-2 0-121,-1-1 1,1-2-1,-36 3 1,36-6-1781,13 0-1350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0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137 375 18472,'-2'26'924,"-7"73"8,9 178 0,8-186-336,18 354 1063,-26-177 398,5-539-1382,-3-158-1324,-6 333 537,-5 0 0,-31-137 0,-8 56 132,-17-85 1852,65 261-1858,-1 1 1,1-1 0,0 0-1,0 1 1,0-1 0,0 1-1,1-1 1,-1 0-1,0 1 1,0-1 0,0 1-1,0-1 1,0 0 0,1 1-1,-1-1 1,0 1-1,1-1 1,-1 1 0,0-1-1,1 1 1,-1-1 0,1 1-1,-1 0 1,0-1-1,1 1 1,-1 0 0,1-1-1,-1 1 1,1 0 0,-1-1-1,1 1 1,0 0 0,-1 0-1,1 0 1,-1-1-1,1 1 1,0 0 0,-1 0-1,1 0 1,-1 0 0,1 0-1,0 0 1,-1 0-1,1 0 1,-1 1 0,1-1-1,-1 0 1,1 0 0,0 0-1,-1 1 1,1-1-1,0 1 1,8-1 31,148 1-28,159 22-1,-155-4-61,258-3 0,-408-16 40,-4 0 10,0 0-1,0 0 0,0-1 0,0 0 0,-1 0 0,1 0 0,9-4 0,-15 4 342,7 27-166,-2-13-183,99 228 33,42 104 122,-121-274-144,95 267 63,-29 5-25,-85-303-50,-2 0 0,-2 1-1,-2 44 1,-1-77 4,-1 0 0,0 1 0,0-1 0,0 0 0,-1 0 1,-1 0-1,1 0 0,-1-1 0,-1 1 0,1-1 0,-1 1 0,-1-1 0,1-1 1,-1 1-1,-9 9 0,7-9 8,-1-1 1,0 1 0,-1-2 0,1 1-1,-1-1 1,0-1 0,0 0-1,-1 0 1,1 0 0,-1-1 0,0-1-1,-13 2 1,-23 2 53,0-3 1,-1-2-1,1-2 0,-1-1 1,1-3-1,0-2 1,-68-19-1,-302-119 312,414 144-374,-27-10-55,-4-1 91,2-1 0,-36-21 0,60 31-125,1-1 0,0 0 1,0 0-1,1 0 0,-1-1 0,1 0 0,0 0 0,0 0 0,1-1 0,0 1 0,0-1 0,0 0 0,0 0 0,1-1 0,0 1 0,-3-12 0,3 3-1019,2 0 0,0-1 1,0 1-1,1-1 0,1 1 0,5-23 0,18-38-7529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1.0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273 33 8644,'0'0'8185,"-23"-8"-6555,4 2-1273,0 0 0,0 1 0,-24-2-1,39 7-239,0 1 0,0-1 0,0 1 0,0 0-1,0 1 1,0-1 0,0 1 0,1 0 0,-1-1-1,0 2 1,1-1 0,0 0 0,-1 1 0,1-1-1,0 1 1,0 0 0,1 0 0,-1 0-1,0 0 1,1 1 0,0-1 0,0 1 0,0 0-1,-2 4 1,-3 4 309,-1 1-39,1 2-1,0-1 1,0 1-1,2 0 1,0 0-1,0 1 1,-2 23 0,2 3 403,1 69 1,4-89-664,2-1-1,0 0 1,2 0 0,0 0-1,1 0 1,1-1 0,1 0-1,1 0 1,1 0 0,20 32-1,-22-41-229,0 0 0,1-1 0,0 0 0,0-1 0,1 0 0,1 0 0,-1-1 0,1 0 0,1 0 0,-1-1 0,1-1 0,1 0 0,-1 0 0,1-1 0,0-1 0,0 0 0,0-1 0,1 0 0,19 2 0,44-6-3218,1-17-2877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1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1 372 14134,'0'0'4520,"27"-7"-3610,-22 5-881,54-14 292,1 3 0,63-7 0,180 10 483,42-5-610,-304 6-225,-33 6 280,-1 1 1,1 0-1,0 1 0,0 0 0,15-1 1,-23 28 363,-3 25-457,2 46 293,1-89-395,1 0 1,0 0-1,0 0 0,1-1 0,0 1 0,0-1 1,1 1-1,0-1 0,5 9 0,-7-15-41,-1 0 0,0 0-1,1 0 1,-1 0 0,1 0-1,0-1 1,-1 1 0,1 0-1,0 0 1,-1-1 0,1 1-1,0 0 1,0-1 0,0 1 0,-1-1-1,1 1 1,0-1 0,0 1-1,0-1 1,0 0 0,0 0-1,1 1 1,-1-1 1,-1-1 0,1 1-1,0 0 1,-1-1 0,1 1 0,-1-1 0,1 1 0,0-1-1,-1 1 1,1-1 0,-1 1 0,1-1 0,-1 0 0,1 1-1,-1-1 1,0 1 0,1-1 0,-1 0 0,0 0 0,0 1-1,1-2 1,7-45 285,-7 46-303,1-24 52,-1-1 0,-1 0 0,-1 0 1,-1 0-1,-1 1 0,-2-1 0,0 1 0,-2 0 0,-13-33 0,12 39 47,0 0 131,0 0-1,1 0 0,1-1 0,0 0 1,2 0-1,-4-36 0,8 54 18,19 20-184,22 20-43,-9-10 18,-1 1 0,-1 1-1,-2 1 1,-2 2 0,25 38 0,-47-65-31,-1 1 0,0-1 1,0 1-1,-1 0 1,0 0-1,0 0 1,0 0-1,-1 0 0,0 0 1,-1 0-1,0 0 1,0 0-1,0 0 1,-2 12-1,0-14 17,1 0 1,-1-1-1,0 1 1,0 0-1,0 0 0,-1-1 1,0 0-1,0 1 0,0-1 1,0 0-1,-1 0 1,0-1-1,1 1 0,-1-1 1,0 0-1,-1 0 0,1 0 1,-1 0-1,-7 3 1,-6 1 47,-2-1 0,1 0 0,-1-1 0,0-1 0,-24 1 0,-15 4-4489,71-11-840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2.5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7 509 19897,'0'0'1342,"-2"22"-731,-3 74 1116,13 165 1,48 524 1954,-56-761-3607,0 3 10,1 0 0,7 38 0,-4-60 18,0-13-19,3-19 60,9-156-311,-15-347 1,-47 88-218,13 177 370,30 234 23,-1 4 50,2-1-1,1 1 1,1-1-1,4-37 1,-3 63-50,-1 0-1,1 0 1,0-1 0,0 1 0,0 0 0,0 0 0,0 1-1,0-1 1,0 0 0,1 0 0,-1 1 0,1-1 0,-1 0-1,1 1 1,0 0 0,-1-1 0,1 1 0,0 0 0,0 0-1,0 0 1,0 0 0,0 0 0,3-1 0,56-9 46,-48 10-42,331-17 57,-1 0-223,-102-19-108,-36 4 181,-201 32 79,-1 1 0,0-1 0,0 1 0,1-1 0,-1 1 1,1 0-1,-1 0 0,0 1 0,1-1 0,-1 1 0,0 0 0,0-1 1,0 1-1,1 1 0,-1-1 0,0 0 0,0 1 0,5 3 1,-4 0-5,-1 0 1,0 0-1,0 0 1,0 1-1,0-1 1,-1 1-1,0 0 1,3 10-1,3 8 35,31 91 156,269 856 487,-291-903-652,-3 1 0,-3 0-1,-2 1 1,-2 112 0,-8-174-12,1 0 0,-1 0 0,0-1 0,0 1 0,-1 0-1,0-1 1,0 0 0,-1 1 0,0-1 0,0 0 0,-1 0 0,0-1 0,0 1 0,0-1-1,-1 0 1,0 0 0,0 0 0,-1-1 0,1 1 0,-1-1 0,-1-1 0,1 1 0,0-1-1,-1 0 1,0-1 0,-8 4 0,-17 7 43,-1-2-1,-1 0 0,0-3 1,0 0-1,-41 3 0,-182 9 327,218-19-293,-418 12-469,454-14 219,-1 0 0,0 0-1,1 0 1,-1-1 0,0 1 0,1-1-1,-1 0 1,-5-2 0,8 2-6,-1 0 0,1 0-1,0 0 1,-1 0 0,1 0 0,0-1 0,0 1-1,0 0 1,0-1 0,0 1 0,1-1 0,-1 1-1,0-1 1,1 1 0,-1-1 0,1 0 0,-1 1-1,1-1 1,0 0 0,-1-1 0,-1-48-6320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2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0 391 18248,'0'0'6046,"9"35"-5566,-5-16-360,6 22 284,2 0 0,1-1 0,2 0 0,26 49 0,-20-52 46,8 14-235,-2 1 0,-1 1 0,-4 0 0,21 72 1,-39-104-125,-9-31 117,-3-11-91,-54-116 353,26 62-330,3-2-1,3-1 0,-28-118 0,49 138-70,3-1 1,1-95-1,5 141-67,0 0 0,1 0-1,0 0 1,1 0 0,1 0-1,0 1 1,10-24 0,-10 30-7,0 0-1,1 0 1,-1 1 0,1 0 0,1 0 0,-1 0-1,1 0 1,0 0 0,0 1 0,0 0 0,1 0-1,-1 1 1,1-1 0,0 1 0,0 0-1,0 1 1,7-2 0,0-1-5,-1 2 0,1 0 0,0 0 0,0 2 0,1-1 0,-1 2 0,0-1 1,0 2-1,1 0 0,-1 0 0,0 1 0,0 1 0,0 0 0,20 9 0,-23-7 5,0-1 1,0 2 0,-1 0-1,0 0 1,0 0-1,0 1 1,-1 0-1,0 1 1,0 0-1,-1 0 1,0 1-1,-1 0 1,0 0-1,0 0 1,-1 1 0,0 0-1,7 20 1,-8-15 57,0 1 1,-1-1 0,0 0 0,-1 1-1,-1 0 1,-1-1 0,0 1 0,-1 0 0,0-1-1,-2 1 1,1-1 0,-2 0 0,0 0-1,-1 0 1,-1 0 0,0-1 0,-1 0-1,0 0 1,-15 20 0,1-6 172,-1-2 0,-1 0 0,-2-1 0,0-2 0,-1 0 0,-2-2 1,-54 33-1,73-49-320,8-4-10,0 0 0,-1 0 0,1 0 0,-1 0 0,1 0 0,-1-1 0,1 1 0,-1 0 0,0-1 0,1 0 0,-1 1 0,0-1 0,-2 0 0,6-22-10437,15-18-9538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3.9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1 281 17192,'0'0'3455,"31"-5"-3258,5-2-142,164-19 512,-102 23-187,65-6-245,-144 6-15,1 0 0,-1-1 0,0-1 0,-1 0 0,1-2 0,16-8 0,-27 11 191,1 1 2710,-8 14-1279,-2-3-2433,-10 251 2185,11-257-1285,0-7-63,-1-23-114,-1 0 0,-1-1-1,-2 1 1,-1 0-1,-10-28 1,-58-132 44,60 154 13,1-1 463,14 34-547,0 1 0,0 0-1,0-1 1,0 1-1,0 0 1,0 0 0,0-1-1,0 1 1,0 0-1,0 0 1,0 0 0,0 0-1,0 0 1,0 0 0,0 1-1,0-1 1,0 0-1,0 0 1,0 1 0,0-1-1,1 1 1,46 19-25,-2 1 1,-1 2-1,0 3 1,-2 1-1,46 38 0,-75-55 5,-1 1 0,0 1-1,-1 0 1,21 26 0,-29-32 9,0-1 0,-1 1 0,0 0-1,0 0 1,0 0 0,-1 1 0,0-1 0,0 1 0,0-1 0,-1 1 0,0-1 0,0 1 0,-1 0 0,0 0 0,-1 6 0,0-8 8,0-1 0,-1 1 1,0-1-1,0 1 0,0-1 0,0 0 0,-1 0 1,0 0-1,0 0 0,0-1 0,0 1 1,0-1-1,-1 0 0,1 0 0,-1 0 0,0 0 1,0-1-1,0 1 0,0-1 0,-1 0 0,-6 2 1,-13 6 53,1-2 0,-42 8 0,63-15-52,-27 4 9,-1-1-1,1-2 1,-41-1-1,52-1-64,16 0-25,0 0 0,0 0 0,0 0 0,0 0 0,0 0 0,1-1 0,-1 1 0,0 0 0,0-1 0,0 0 0,0 1 0,0-1 0,1 0 0,-1 0 0,0 0 0,1 0 0,-1 0 0,1 0 1,-1-1-1,1 1 0,-1-1 0,1 1 0,-2-3 0,2 1-300,0 0 1,0 0 0,0 0 0,1 0-1,-1 0 1,1 0 0,0 0-1,-1 0 1,2 0 0,-1 0-1,0-1 1,1 1 0,-1 0 0,3-5-1,18-43-8627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4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9 478 13222,'0'0'7822,"0"31"-7152,0 56 416,17 115 0,81 877 2280,-98-1050-3275,0-16-25,0-1 0,0 1 1,2 0-1,-1 0 0,4 12 1,1-36 364,0-15-315,8-133-302,-9-230 0,-7 252-3,-3 12-44,-24-145 1,-40-120 197,42 249 71,16 88 224,3 0-1,2-1 1,1-87-1,5 139-246,0 0 0,1 0-1,-1 1 1,1-1 0,0 0 0,-1 0 0,1 0 0,0 1-1,0-1 1,0 0 0,0 1 0,0-1 0,1 0-1,-1 1 1,0 0 0,1-1 0,-1 1 0,1 0 0,-1 0-1,1 0 1,0 0 0,0 0 0,-1 0 0,1 0-1,0 0 1,0 1 0,0-1 0,0 1 0,2-1 0,9-1-26,1 0 1,-1 1 0,19 1 0,-16 0 28,545 33-20,-36 0 8,-471-34 8,-21 0 6,46 4 0,-77-2-20,0-1-1,-1 1 1,1-1-1,0 1 1,0 0 0,0 0-1,-1 0 1,1 0-1,0 0 1,-1 0-1,1 0 1,-1 0-1,0 1 1,1-1 0,-1 1-1,0-1 1,0 1-1,0-1 1,2 4-1,15 38-28,-12-26 50,162 548 554,-125-371-430,-9 2-1,16 331 0,-48-481-141,7 257 38,-8-300-38,-1 0-1,0 1 0,0-1 1,0 0-1,0 0 0,0 1 1,-1-1-1,1 0 0,-1 0 1,0 0-1,0 0 1,0 0-1,-1 0 0,1 0 1,-1 0-1,1 0 0,-1-1 1,0 1-1,0 0 0,0-1 1,0 0-1,-1 1 1,1-1-1,0 0 0,-1 0 1,0-1-1,1 1 0,-1 0 1,0-1-1,0 1 0,0-1 1,0 0-1,0 0 0,0-1 1,-1 1-1,-2 0 1,-27 5 18,-1-1 1,1-2-1,0-1 1,-36-3 0,19 0 15,7 0 39,-1-2 0,0-2 0,1-1 1,0-3-1,0-1 0,1-3 0,1-1 0,0-2 1,-64-35-1,94 45-125,0-1 1,1 0 0,0-1-1,1 0 1,-1 0 0,1-1 0,1 0-1,-15-20 1,18 20-413,0 0 0,1 0-1,0 0 1,1 0 0,0-1 0,0 1 0,1-1 0,0 0-1,1 0 1,0 0 0,1-17 0,2-46-7127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5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322 15 12102,'0'0'7211,"-32"-4"-5714,0-1-1002,0 2 0,-35 1 1,61 3-402,1 0 0,0 0 0,0 0 1,-1 1-1,1 0 0,0 0 0,0 1 0,1 0 1,-1-1-1,0 1 0,1 1 0,0-1 1,0 1-1,0 0 0,0-1 0,1 2 1,-1-1-1,1 0 0,0 1 0,0-1 1,0 1-1,1 0 0,0 0 0,-2 7 1,-1-3 78,-5 18 167,0 0 0,2 1-1,2 0 1,0 0 0,1 0 0,2 1 0,1 0 0,2-1 0,0 1 0,2 0 0,10 49 0,-7-56-255,1-1-1,1 0 1,1-1 0,0 0-1,2 0 1,1-1-1,0 0 1,1-1 0,16 19-1,-19-26-137,1 0-1,0 0 0,1-1 0,0 0 1,1-1-1,0 0 0,1-1 0,-1-1 1,1 0-1,1 0 0,-1-1 0,1-1 0,0-1 1,19 5-1,-9-7-1183,46 0 1,34-4-3833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6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1 156 3858,'0'0'14812,"14"0"-13886,564 10 2809,-317-9-3364,-259-1-373,1 0 1,0 0-1,-1-1 1,1 1-1,-1 0 1,1-1 0,-1 1-1,1-1 1,-1 0-1,5-2 1,-7 3 7,1-1 1,0 1 0,-1-1-1,1 1 1,-1-1 0,1 1-1,-1-1 1,1 0-1,-1 1 1,1-1 0,-1 1-1,0-1 1,1 0 0,-1 0-1,0 1 1,0-1-1,1 0 1,-1 0 0,0 1-1,0-1 1,0 0 0,0 0-1,0-1 1,-1-2 35,0 0 0,-1 0 1,1 0-1,-1 0 0,0 0 0,0 0 1,0 0-1,-1 1 0,1-1 1,-6-5-1,8 9-19,0-1 0,-1 1 0,1-1 0,0 1 0,0 0 1,0-1-1,0 1 0,0-1 0,-1 1 0,1 0 0,0-1 0,0 1 0,-1 0 1,1-1-1,0 1 0,-1 0 0,1-1 0,0 1 0,-1 0 0,1-1 1,0 1-1,-1 0 0,1 0 0,-1 0 0,1 0 0,0-1 0,-1 1 0,1 0 1,-1 0-1,1 0 0,-1 0 0,1 0 0,0 0 0,-1 0 0,1 0 0,-1 0 1,1 0-1,-1 0 0,1 0 0,-1 0 0,1 1 0,0-1 0,-1 0 1,1 0-1,-1 0 0,1 1 0,0-1 0,-1 0 0,1 0 0,0 1 0,-1-1 1,1 0-1,0 1 0,0-1 0,-1 0 0,1 1 0,0-1 0,0 0 0,-1 1 1,1-1-1,0 1 0,0-1 0,0 0 0,0 1 0,0-1 0,0 1 1,0-1-1,-1 1 0,1 0 0,-2 39 252,2-31-286,0 320 1303,3-297-1267,-1-22 63,-2-25 265,0-1-298,1-17-30,-1-1-1,-2 1 0,-2 0 0,-11-50 1,-13-1 32,15 49 216,2-1-1,-10-49 1,21 84-262,-1 0 0,1 0 1,0 1-1,0-1 1,0 0-1,0 0 0,0 0 1,0 0-1,0 0 1,0 0-1,0 0 1,0 0-1,0 0 0,0 0 1,1 0-1,-1 1 1,0-1-1,1 0 0,-1 0 1,0 0-1,1 0 1,-1 1-1,1-1 0,0 0 1,-1 0-1,1 1 1,-1-1-1,1 1 1,0-1-1,0 0 0,-1 1 1,1-1-1,0 1 1,0 0-1,0-1 0,0 1 1,0 0-1,-1-1 1,3 1-1,2 0-20,-1 0 0,1 0 1,0 0-1,0 1 0,0 0 0,8 2 0,4 3 3,-1 0 0,1 1 0,-1 1 0,-1 0 0,17 12 0,71 57-11,-103-77 17,20 16-4,-1 0 1,32 36-1,-46-46 0,0 1 0,0-1 1,-1 1-1,1 0 0,-2 0 0,1 1 0,-1-1 0,0 0 0,-1 1 0,1 0 0,-2 0 1,3 15-1,-5-20 7,1 1 0,-1-1 0,1 1 0,-1-1 1,0 1-1,0-1 0,0 0 0,-1 0 0,1 1 0,-1-1 1,0 0-1,0 0 0,0-1 0,0 1 0,-1 0 0,1-1 1,-1 1-1,1-1 0,-1 0 0,0 1 0,0-1 0,0-1 1,0 1-1,0 0 0,0-1 0,-1 0 0,-3 2 0,-13 3 19,1 0-1,-1 0 0,-28 2 0,36-6-50,-15 4-749,65-6-12376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6.9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139 451 7043,'0'0'15381,"-1"32"-14309,0 19-621,-1 99 985,16 159 1,33-77-822,-1-5-19,-56-273-412,-2 1-1,-30-71 1,0-2-169,8 14 49,6-2-1,4-1 1,5-1-1,4 0 1,0-123 0,15 204-16,1 0 0,1 0 0,1 0 0,1 0 0,14-43 1,-15 61-44,0 1 0,1-1 0,0 1 0,0-1 0,1 1 1,0 1-1,0-1 0,1 1 0,0-1 0,1 2 0,-1-1 1,1 1-1,1 0 0,-1 0 0,1 1 0,0 0 0,0 0 0,0 1 1,18-6-1,-13 6-9,-1 0-1,1 2 1,0-1 0,0 2 0,0 0-1,0 0 1,0 1 0,0 1 0,0 0 0,0 0-1,0 2 1,0 0 0,21 7 0,-19-4-3,0 1 0,-1 1 0,0 0-1,-1 1 1,0 0 0,0 1 0,-1 1 0,0 0 0,-1 0 0,14 18 0,-13-13 10,0 1 1,-1 1-1,-1-1 0,0 2 1,-2 0-1,0 0 0,-1 0 0,-1 1 1,0 0-1,-2 0 0,0 1 1,-2-1-1,0 1 0,-1-1 1,-1 1-1,-1 0 0,-7 39 0,2-43 48,0 0 1,-1-1-1,0 1 0,-2-1 0,0-1 0,0 1 0,-2-2 0,0 1 0,0-2 0,-23 22 0,0-4 91,-2-1 0,-77 48 0,113-77-178,-28 16 165,-50 24 0,19-24-2950,52-16 1291,0 0 1,0-1-1,0 0 1,0 0 0,0 0-1,-9-2 1,-8-7-14631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7.5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52 421 21210,'0'0'952,"0"25"-301,-3 1280 7073,3-1295-7658,0 1-1,1-1 1,0 1 0,1-1 0,0 0 0,0 0 0,1 0 0,0 0-1,5 10 1,-4-14-40,0 0 0,0 0 0,0 0 0,1-1 0,0 1 0,0-1 0,0 0 0,1-1 0,0 1 0,0-1 0,0 0 0,0-1 0,13 6-1,20 6-27,0-1 0,2-2-1,-1-2 1,1-2 0,77 6-1,214-10-793,-276-6 609,-45 2 169,-1 0 0,1-1 1,-1 0-1,1-1 1,14-5-1,-22 6 26,-1 1 1,0-1-1,1 0 1,-1 0-1,0-1 1,0 1 0,0-1-1,0 1 1,0-1-1,0 1 1,0-1-1,0 0 1,-1 0-1,1 0 1,-1 0-1,1 0 1,-1 0-1,0 0 1,0-1-1,0 1 1,0 0-1,0-1 1,0 1-1,-1-1 1,1 1-1,-1-1 1,0 1 0,0-4-1,-1-299 569,1-235-636,2 461-12,4 0-1,4 1 1,3-1 0,3 2 0,3 0 0,4 1 0,3 1 0,4 2 0,2 1 0,71-114 0,-99 179 41,23-41-23,-26 47 46,-1 0 0,1 0 0,-1 0-1,1 0 1,-1 0 0,0 0 0,1 0 0,-1 0 0,0 0 0,0 0-1,0 0 1,1 0 0,-1-1 0,0 1 0,-1 0 0,1 0-1,0 0 1,0 0 0,0 0 0,-1 0 0,1 0 0,0 0 0,-1 0-1,1 0 1,-1 0 0,1 0 0,-1 0 0,0 0 0,1 0-1,-1 1 1,0-1 0,0 0 0,1 0 0,-1 1 0,0-1 0,0 0-1,0 1 1,0-1 0,0 1 0,-2-1 0,-63-13-118,0 3 0,-93-3 0,96 9 105,-95-6 124,-251 14 0,384-1-78,-1 0 1,0 2-1,0 1 1,1 1-1,0 1 1,1 1-1,-1 1 1,1 1-1,1 2 0,-28 17 1,46-26-85,1 0 1,0 0-1,0 1 1,0 0-1,0 0 0,1 0 1,-1 0-1,1 0 1,0 1-1,1-1 1,-1 1-1,1 0 0,0 0 1,0 0-1,0 0 1,1 0-1,-1 0 1,0 11-1,2-15-131,-1 1 0,1 0 0,0 0 0,0 0 1,0 0-1,0 0 0,0 0 0,0 0 0,1-1 0,-1 1 0,1 0 0,-1 0 0,1 0 1,0-1-1,-1 1 0,1 0 0,0-1 0,0 1 0,3 2 0,2 1-1114,1 0-1,0-1 0,0 0 1,0 0-1,12 4 0,-17-8 1136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7.9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68 6643,'0'0'15591,"187"-5"-15527,-87 2-64,4-7-656,-1-11-2289,1-7-6788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8.6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431 678 19625,'0'0'1737,"-12"32"-1188,-3 4-263,2 2-1,2 0 1,1 0-1,2 1 1,-5 67-1,10 249 1717,5-173-610,-36 315 0,34-494-1314,0-11 26,15-177-212,3-1-358,-22-187-337,-2 287 709,-4 0 0,-29-112-1,-2 69 285,-5 2-1,-84-164 0,86 197 351,43 93-535,-3-6 118,0-1 1,1 0 0,0 0 0,0 0 0,1-1 0,0 1 0,0-1 0,0-11 0,2 19-115,1 0-1,0-1 1,-1 1-1,1 0 1,0 0-1,0 0 1,0 0-1,0 0 1,0 0-1,0 0 1,0 0 0,0 0-1,0 1 1,1-1-1,-1 0 1,0 1-1,0-1 1,1 1-1,-1-1 1,0 1-1,1-1 1,-1 1 0,1 0-1,1 0 1,49-9 5,-37 7 11,270-29 19,25-4-53,-255 25-10,1-2 0,-2-3-1,78-31 1,-123 41 9,-8 4 16,-1 1 1,1-1-1,0 0 1,-1 1-1,1-1 1,0 1-1,0-1 1,0 1 0,-1-1-1,1 1 1,0-1-1,0 1 1,0 0-1,0 0 1,0-1 0,0 1-1,0 0 1,0 0-1,-1 0 1,1 0-1,0 0 1,0 0 0,0 0-1,0 0 1,0 0-1,0 1 1,0-1-1,0 0 1,0 1 0,0-1-1,-1 0 1,1 1-1,0-1 1,0 1-1,0 0 1,-1-1-1,1 1 1,0-1 0,-1 1-1,1 0 1,0 0-1,0 0 1,25 44 10,37 91 1,-30-62 43,26 58-27,-7 3 1,-5 1-1,-7 2 0,-5 3 1,-7 0-1,-6 1 0,6 224 1,-27-342-35,-1 1 0,-2-1-1,0 0 1,-2 0 0,0 0 0,-15 41 0,15-55 3,-1 1-1,0-1 1,0 0 0,-1-1 0,-1 0-1,1 0 1,-2 0 0,1-1-1,-1 1 1,0-2 0,-1 1 0,0-2-1,0 1 1,0-1 0,-1 0-1,-17 7 1,12-7 14,-1-1 0,1-1-1,-1 0 1,0-1 0,-1 0 0,-17-1-1,-100-4 78,124 2-97,-50-5-96,0-3-1,1-2 1,-114-36 0,170 45 38,-13-4-298,1-1 0,-1 0 0,-17-11 0,29 15 46,1 0 0,-1 0 0,1-1 0,-1 0 0,1 1 0,0-1 0,0-1 0,0 1 0,1 0 0,-1-1 0,1 1 0,0-1 0,0 0 0,0 0 0,0 1 0,1-1-1,-2-8 1,0-37-5297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9.0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61 148 14343,'0'0'7328,"2"27"-5834,19 344 2532,-19-317-3671,-1-44-45,-6-44-209,-31-131-72,21 106-14,-11-92-1,22 6 119,4 121-39,0 23-75,0-1-1,0 1 0,0 0 1,0 0-1,1 0 0,-1 0 1,0 0-1,1 0 0,-1 0 1,0 0-1,1 0 0,0 0 1,-1 0-1,1 0 0,-1 1 1,1-1-1,0 0 0,0 0 1,-1 0-1,1 1 0,0-1 1,0 0-1,2 0 0,31-8 225,43 13-25,-69-3-182,19 3-241,-1 1 0,0 1 0,0 2 0,43 18 0,-56-17-2394,-12 1-2021,-1 0-4390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29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20361,'0'0'8052,"146"19"-7476,-51-19-528,6-6-48,-7-17-1184,-8-3-2466,-11-5-4706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0.0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1 252 7443,'0'0'11528,"38"-3"-10853,-21 2-619,276-11 870,101 37 201,-2-1-165,-335-24-703,-57 0 560,0-19 48,0 12-780,-1 1 0,1-1 0,-2 1 0,1-1 0,0 1 0,-1-1 0,-1 1 0,1 0 0,-5-9 0,6 16-25,0 0 1,-1 0-1,1 0 0,1 0 1,-1 1-1,0-1 1,0 0-1,0 1 1,1-1-1,-1 1 0,0-1 1,1 0-1,0 1 1,-1 2-1,-5 29 97,1 1 0,1 0 0,3 0 0,2 43 0,-1-24-4,4-1 31,-3-50-173,-1 0 1,0 0 0,1 0-1,-1 0 1,1 0-1,0 0 1,-1 0 0,1 0-1,0 0 1,0 0 0,0 0-1,1 0 1,-1-1 0,0 1-1,1 0 1,-1-1 0,1 1-1,-1-1 1,1 0-1,3 2 1,-5-2-8,1-1 1,0 0-1,-1 0 1,1 0-1,0 0 0,-1 0 1,1 0-1,-1 0 0,1-1 1,0 1-1,-1 0 0,1 0 1,0 0-1,-1-1 1,1 1-1,-1 0 0,1-1 1,-1 1-1,1 0 0,-1-1 1,1 1-1,-1-1 0,1 1 1,-1-1-1,1 1 0,-1-1 1,0 1-1,1-1 1,-1 1-1,0-1 0,1 1 1,-1-1-1,0 0 0,0 1 1,1-2-1,6-25 110,-6 21-90,8-47-2,-2-1 1,-3 0 0,-3-81-1,-1 27 94,-1 101-89,1 0 0,1 1 1,-1-1-1,1 0 0,1 0 0,-1 0 0,1 1 0,0-1 1,0 1-1,1-1 0,5-8 0,-5 12-18,0 0 0,-1 0 0,1 1 0,0-1 0,0 1 0,1 0 0,-1 0 0,0 0 0,1 0 0,-1 1 0,1-1 0,-1 1 0,1 0 0,0 0 0,0 0 0,-1 1 0,1-1 0,0 1 0,0 0 0,0 0 0,7 1 0,-3 0-11,0 1 0,0 0 0,0 0 0,0 1 0,-1 0 0,1 0 0,-1 1 0,0 0 0,0 0 0,0 1 0,-1 0 0,0 0 0,0 0 0,0 1 0,0 0 0,-1 0 0,9 12 0,-2 1 4,0 0-1,0 0 1,-2 1-1,-1 0 1,11 31 0,-15-35 43,-1 0 1,0 0-1,-1 0 1,0 0 0,-2 1-1,0-1 1,0 1 0,-2-1-1,0 1 1,-1-1-1,0 0 1,-2 0 0,0 0-1,0 0 1,-2 0-1,0-1 1,-1 0 0,0 0-1,-1-1 1,-1 0 0,0 0-1,-1-1 1,0 0-1,-1-1 1,-15 14 0,8-10 106,0-1 1,-30 19 0,41-30-162,0 0-1,0 0 1,-1 0 0,1-1 0,-1 0-1,0-1 1,0 0 0,0 0-1,0-1 1,-10 1 0,18-2-38,-1 0 0,1 0 0,-1 0 0,1 0 0,0 0 0,-1 0 0,1-1 0,-1 1 0,1 0 0,0 0 0,-1 0 0,1-1 0,-1 1 0,1 0 0,0 0 0,-1-1 0,1 1 0,0 0 0,0-1 0,-1 1 0,1 0 0,0-1 0,0 1 0,-1-1 0,1 1 0,0 0 0,0-1 0,0 1 0,0-1 0,0 1 0,-1-1 0,1 1 0,0-1 0,0 1 0,0 0 0,0-1 0,0 1 0,0-1 0,1 1 0,-1-1 0,0 1 0,0 0 0,0-2 0,9-22-1940,37-38-4226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0.4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308 0 17784,'0'0'2409,"-27"3"-904,9-2-1184,9-1-194,0 0 1,0 0 0,1 1 0,-1 0 0,0 1 0,0 0 0,1 0 0,0 1 0,-1 0-1,1 0 1,0 1 0,0 0 0,1 1 0,-1-1 0,1 2 0,0-1 0,0 1 0,-10 11 0,5 0 134,0 0 0,2 0 0,0 1 0,0 1 0,2 0 0,1 0 0,0 0 0,1 1 1,1 0-1,1 0 0,1 1 0,1-1 0,0 1 0,2-1 0,1 25 0,0-42-234,-1 1-1,1 0 1,0 0-1,0-1 0,0 1 1,0 0-1,1-1 1,-1 1-1,1-1 0,0 1 1,0-1-1,0 0 1,1 0-1,-1 0 0,1 0 1,-1-1-1,1 1 1,0 0-1,0-1 0,0 0 1,1 0-1,-1 0 1,0 0-1,1 0 0,-1-1 1,1 0-1,0 0 1,-1 0-1,1 0 0,0 0 1,5 0-1,-1 0 10,0-1 0,0 0-1,0 0 1,-1-1 0,1 0-1,0 0 1,0-1 0,-1 0 0,1 0-1,0-1 1,-1 1 0,0-2-1,0 1 1,10-8 0,-5 2-7,-1-1 0,0-1 0,-1 0 0,0 0 0,0-1-1,-2 0 1,1 0 0,-1-1 0,-1 0 0,-1-1 0,0 0 0,8-27 0,-8 19-152,-1 0 0,-1 0 0,-1 0 0,-2 0 0,0-1 0,-1 1 0,-5-44 0,4 65 29,1 0 0,0-1 0,-1 1 0,1-1 0,0 1 0,-1 0 0,0 0 0,1-1 0,-1 1 0,0 0 0,1 0 1,-1 0-1,0-1 0,0 1 0,0 0 0,0 0 0,0 0 0,0 1 0,0-1 0,-1 0 0,1 0 0,0 1 0,0-1 0,-1 0 0,1 1 0,0 0 0,-1-1 1,1 1-1,-1 0 0,1-1 0,0 1 0,-1 0 0,1 0 0,-1 0 0,1 0 0,0 0 0,-3 1 0,-2 0-620,1 0-1,0 1 0,-1-1 1,1 1-1,0 0 1,0 1-1,1-1 1,-10 6-1,-32 40-9051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0.7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95 17592,'0'0'2801,"-23"32"-888,-73 112 267,91-136-2010,-1 1 1,1 0-1,1 0 1,0 1-1,0-1 1,1 1-1,0 0 1,0 0-1,1 0 1,1 0-1,0 1 1,0-1-1,1 15 1,0-14 46,0-5-127,0-1 0,1 1-1,-1 0 1,1 0 0,0-1 0,1 1 0,-1 0 0,1-1 0,0 0 0,0 1 0,1-1 0,0 0 0,0 0-1,0 0 1,0 0 0,1-1 0,0 0 0,0 1 0,7 5 0,-2-4-43,-1-1 0,1 0 0,0-1 0,0 0-1,0 0 1,0-1 0,1 0 0,-1-1 0,1 0 0,0 0 0,11-1 0,0 1-5,1-2 0,-1 0 0,0-2 0,1 0 0,-1-1 0,0-1 0,0-1 1,0-1-1,-1-1 0,27-13 0,-32 12-26,0 0 0,-1-1 0,0 0-1,-1-1 1,0-1 0,0 0 0,-1-1 0,-1 0 0,0-1 0,0 0 0,-1-1 0,-1 0 0,14-28-1,-16 25-1,-1 0-1,-1-1 0,-1 0 0,0 0 0,-1 0 0,-1 0 0,0-34 1,-2 43-99,0 0 0,0 0 1,-1 1-1,-1-1 0,1 0 0,-2 0 1,1 0-1,-1 1 0,0 0 1,-1-1-1,0 1 0,0 0 1,-1 1-1,1-1 0,-2 1 1,1 0-1,-8-7 0,-18-4-2202,12 18-3104,11 11-3947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0.9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53 325 19561,'0'0'1521,"-10"23"338,-27 70-330,36-91-1462,0 0 0,0 0-1,1-1 1,-1 1 0,1 0 0,-1 0 0,1 0 0,0 0-1,-1 0 1,1 0 0,0 0 0,0 0 0,1-1 0,-1 1-1,0 0 1,1 0 0,-1 0 0,1 0 0,-1 0 0,1-1-1,0 1 1,0 0 0,1 2 0,0-3 25,0 0 0,0 1 0,0-1 0,0 0 0,0 0 0,0 0 0,1 0 0,-1 0 0,0-1 0,0 1 0,5 0 0,1 0 164,6 3-156,0-2 0,0 1 0,0-2 1,1 0-1,-1-1 0,1 0 0,-1-1 0,0-1 1,1 0-1,-1-1 0,0 0 0,-1-1 0,1-1 1,-1 0-1,1-1 0,-2-1 0,1 0 0,-1 0 0,0-1 1,0-1-1,-1 0 0,0 0 0,-1-1 0,0-1 1,0 0-1,-1 0 0,-1 0 0,0-1 0,-1-1 0,0 1 1,0-1-1,-2-1 0,0 1 0,0-1 0,-1 1 1,-1-1-1,3-19 0,-4 18-82,-1 0-1,-1-1 1,0 1-1,-1 0 1,-5-29 0,4 38-52,0 0 0,0 0 0,0 0 1,-1 0-1,0 0 0,0 0 1,0 1-1,-1 0 0,0-1 1,0 1-1,0 1 0,0-1 1,-1 0-1,0 1 0,0 0 1,-7-4-1,11 7-106,1 1-1,-1-1 1,1 1-1,-1-1 1,1 1-1,-1-1 1,0 1-1,1 0 1,-1-1 0,0 1-1,0 0 1,1-1-1,-1 1 1,0 0-1,0 0 1,1 0-1,-1 0 1,0 0-1,0 0 1,1 0 0,-1 0-1,0 0 1,0 0-1,1 0 1,-1 0-1,0 1 1,0-1-1,1 0 1,-1 0-1,0 1 1,1-1 0,-1 1-1,0-1 1,1 0-1,-1 1 1,0-1-1,1 1 1,-2 1-1,-5 27-6726,6-23 6356,-5 38-7803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1.3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 14247,'-12'22'2948,"7"-12"-2582,-5 7 302,1 0-1,1 1 1,0 0-1,2 0 0,0 1 1,1 0-1,0 0 1,-2 32-1,8-48-548,-1 0 1,0 0-1,1 0 0,0-1 1,0 1-1,0 0 0,0 0 1,0 0-1,0-1 0,1 1 1,-1-1-1,1 1 0,0-1 1,0 0-1,0 1 0,0-1 0,0 0 1,0 0-1,1 0 0,-1-1 1,1 1-1,-1-1 0,1 1 1,-1-1-1,1 0 0,0 0 1,0 0-1,0 0 0,-1 0 1,1-1-1,0 1 0,4-1 0,3 1 58,0 0-1,0 0 1,1-1-1,-1 0 1,0-1-1,0 0 0,0-1 1,16-5-1,-19 5-116,0-1 0,0 0 0,-1 0 0,1-1 0,-1 0 1,0 0-1,0 0 0,0-1 0,-1 0 0,0 0 0,0 0 0,0-1 0,0 1 0,-1-1 0,0 0 0,0-1 0,-1 1 0,0-1 0,3-7 0,-1-4-551,0-1-1,-1 1 1,-1-1 0,-1 0 0,0 0-1,-2-21 1,1 29-4791,5 27-11170,-5-7 17846,-2-6-1366,0 1 1,0 0-1,0-1 0,-1 1 1,1-1-1,-1 0 1,0 1-1,0-1 0,0 0 1,0 0-1,-1 0 0,1 0 1,-1-1-1,1 1 1,-1-1-1,-5 4 0,-61 39 4563,39-27-2221,2 0-65,1 1-1,1 1 1,-35 36-1,54-49-1972,1 0-1,0 0 1,1 1-1,-1-1 0,1 1 1,1 0-1,0 1 1,0-1-1,0 1 0,1-1 1,0 1-1,1 0 0,0 0 1,0 1-1,1-1 1,1 0-1,-1 12 0,2-20-296,-1 0-1,1 1 1,-1-1 0,1 0-1,0 0 1,0 1-1,-1-1 1,1 0-1,0 0 1,0 0 0,0 0-1,0 0 1,0 0-1,1 0 1,-1 0-1,0-1 1,0 1 0,1 0-1,-1-1 1,0 1-1,0-1 1,1 1-1,-1-1 1,1 0 0,-1 1-1,0-1 1,1 0-1,2 0 1,52 1 283,-43-1-243,3-2-143,0 0 1,0 0 0,0-2 0,-1 0 0,0-1-1,0 0 1,0-1 0,19-11 0,28-11-3106,3 10-4559,-22 13-2971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1.6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157 306 17560,'-21'25'3639,"3"-4"-2917,6-9-396,0 1 0,1 0-1,1 0 1,0 2 0,1-1 0,0 1 0,1 0 0,1 1-1,1 0 1,-7 24 0,9-24 58,2 0 1,0 1-1,0-1 0,2 1 1,2 28-1,-2-41-312,0 0 0,1 0 0,0-1 0,-1 1 0,1 0 0,1-1-1,-1 1 1,0 0 0,1-1 0,0 0 0,0 1 0,0-1 0,0 0 0,0 0 0,1 0 0,-1 0 0,1 0-1,0-1 1,0 1 0,0-1 0,0 0 0,0 0 0,1 0 0,-1 0 0,1-1 0,-1 1 0,1-1 0,-1 0 0,8 2-1,1-2 1,0-1-1,0 0 1,0-1-1,-1 0 1,1-1-1,-1 0 0,1-1 1,-1 0-1,0-1 1,0 0-1,0-1 1,0 0-1,-1-1 1,0 0-1,0 0 0,0-1 1,-1-1-1,0 0 1,-1 0-1,1 0 1,-2-1-1,1 0 0,-1-1 1,-1 1-1,0-1 1,0-1-1,-1 1 1,0-1-1,0 0 1,-2 0-1,1-1 0,-1 1 1,-1-1-1,0 1 1,0-23-1,-3 17-142,0 1-1,-2 0 1,0 0-1,0 0 1,-2 1-1,0-1 1,-1 1 0,0 0-1,-16-26 1,12 21-239,3 6-328,1-1-1,1 0 1,0 0 0,1-1 0,-4-22 0,2-43-6722,6 0-6980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2.3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14359,'0'0'2049,"155"96"-593,-41-37-191,19 1-225,-1-3-528,-15-8-399,-19-13-113,-29-8-16,-17-12-705,-15-6-1312,-6-5-3057,-13-5-4595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2.6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 3169,'0'0'18953,"152"-33"-17928,-72 22-369,9 4-304,-3 4-288,3-2-64,-14 2-832,-9 1-1537,-17-6-3506,-15 5-8980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2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15 295 1857,'0'0'18856,"-14"5"-17271,74-33-752,15-14-225,11-4-240,9 2-224,-4 5-144,-2 6-96,-14 7-992,-15 5-577,-14 8-1537,-20 5-2112,-12 8-3794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3.1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1 259 12134,'0'0'11333,"184"-67"-10773,-84 28-288,6 0-176,-2 8-96,-7 0-304,-13 8-1025,-21 7-623,-26 6-1490,-23 8-2257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3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0 321 13078,'0'0'11477,"198"-75"-11477,-91 21-800,7-6-2049,4-2-2402,-3-8-7891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3.5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276 0 3362,'0'0'15607,"-189"57"-13814,151-31-97,12-3-287,12-7-465,5-6-175,9-7 1680,0-14-2449,0 1-897,0 2-1808,12 8-3362,5 0-8515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3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0 14855,'0'0'2705,"-63"147"-800,60-85 768,3-20-1456,17-11-65,18-18-560,-1-13-431,-5 0 15,-6-13-32,-12-18-64,-11-8 80,0-5-16,0-2-144,-11 2-240,-12 8-1521,-9 2-3826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6.7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1313,'0'0'18083,"6"32"-17006,37 218 1306,-9 121 119,-25-225-2539,-1-103-1632,-7-41 1331,-1-1 1,1 1 0,0 0 0,0-1 0,0 1 0,0-1-1,0 1 1,0-1 0,0 0 0,1 1 0,-1-1 0,1 0 0,-1 0-1,0 0 1,1 0 0,0 0 0,-1 0 0,1-1 0,0 1-1,-1 0 1,3 0 0,18 0-8133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7.1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1 776 11429,'0'0'5637,"2"-23"-4409,5-26-705,24-252 2593,-28 122 2033,-3 183-5135,0-1 1,1 1-1,0 0 1,-1-1-1,2 1 1,-1-1-1,0 1 1,1-1-1,-1 1 1,1-1-1,4 6 1,5 10-72,82 144 91,-78-140-8,1-2-1,1 0 1,1 0 0,40 34 0,-56-53-22,1 0-1,-1 0 1,1 0 0,0 0 0,0 0-1,0 0 1,0-1 0,0 1 0,1-1 0,-1 0-1,0 0 1,1 0 0,-1-1 0,0 1-1,1-1 1,-1 0 0,1 1 0,-1-2-1,1 1 1,4-1 0,-4-1 19,0 1 0,0-1 0,0 0 1,-1-1-1,1 1 0,-1-1 0,1 1 0,-1-1 1,0 0-1,0 0 0,0 0 0,0-1 0,-1 1 0,3-5 1,5-11 94,0 0 1,-2-1 0,0 0 0,-1 0-1,5-25 1,-7 23-67,-1-1 0,-1 0 0,0 1 0,-2-32 1,-1 42-116,-1 0 1,-1 0 0,1 1 0,-2-1 0,0 0 0,0 1 0,-1-1 0,-1 1 0,-10-20 0,6 18-192,2 2-575,0 0 0,0-1-1,1 0 1,1 0 0,-6-18 0,5-17-5003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7.5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113 496 14054,'5'28'1124,"0"-4"-948,1 10 400,2 0 1,1 0-1,25 58 0,-19-59 393,1-2 0,2 0 0,1-1 0,39 47 0,-53-74 113,-5-10 240,0-2-1000,-2-15-8,0 0 0,-2 0-1,0 0 1,-2 0 0,-14-36-1,-56-118-293,13 52 35,-38-85 115,95 195-89,0-1 1,1 0-1,0 0 1,2 0-1,0 0 1,-1-26-1,4 39-75,0 1 0,0 0 0,0 0 0,0-1 0,1 1 0,-1 0 0,1 0 0,0 0 0,0 0 0,0-1 0,0 1 0,0 1 0,1-1 0,-1 0 0,1 0 0,0 0-1,0 1 1,0-1 0,0 1 0,1 0 0,-1-1 0,0 1 0,1 0 0,0 0 0,-1 1 0,1-1 0,0 0 0,0 1 0,0 0 0,4-2 0,7 0-27,1 0 1,-1 1-1,1 0 0,0 1 1,20 1-1,-24 0 30,2 1-24,0 0 1,0 1 0,0 0-1,0 1 1,0 0 0,-1 1-1,0 1 1,0 0 0,0 0-1,0 1 1,-1 1 0,0 0-1,0 1 1,0 0 0,16 16-1,-20-17 6,-1 0 0,0 1 0,0 0-1,0 0 1,-1 0 0,0 0-1,0 1 1,-1 0 0,0 0 0,-1 0-1,0 1 1,0-1 0,-1 1-1,-1-1 1,1 1 0,-1 0 0,-1 0-1,0 0 1,0-1 0,-1 1 0,-1 0-1,-2 11 1,2-16 17,0 0-1,0 0 1,-1 0 0,0 0 0,0 0-1,0-1 1,-1 1 0,0-1-1,0 0 1,0 0 0,0-1 0,0 1-1,-1-1 1,1 0 0,-1 0 0,0 0-1,0 0 1,0-1 0,0 0-1,-1 0 1,1-1 0,-1 1 0,-5 0-1,-14 3-42,-1-2-1,1 0 0,-40-1 1,-24-2-4741,68 0-933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8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1 222 13286,'0'0'5448,"2"29"-4576,-2-27-853,3 42 674,1 1 1,3-1 0,21 74 0,22 17 152,13 40-305,-55-148-276,-1 1 0,-2-1 0,-1 1 1,1 44-1,-5-71 100,-1-5 62,-32-98 799,17 53-1171,-16-71 1,18 25-29,5 0 1,2-110 0,7 186-37,1 1 1,0 0 0,1-1-1,1 1 1,1 0 0,1 0-1,0 1 1,9-21 0,-9 29 2,0-1 0,1 1 0,0 0 0,0 0 0,1 1 0,1 0-1,-1 0 1,1 0 0,0 1 0,1 0 0,0 1 0,0 0 0,0 0 0,17-6 0,-17 8-3,-1 0 0,1 1-1,0 0 1,0 1 0,0 0 0,0 1 0,1 0-1,-1 0 1,0 1 0,19 1 0,-23 0 1,0 0 0,0 0-1,0 0 1,0 1 0,0 0 0,-1 0 0,1 0 0,0 1 0,-1 0-1,0-1 1,0 1 0,0 1 0,0-1 0,0 1 0,0-1 0,-1 1 0,0 0-1,0 0 1,0 1 0,3 5 0,1 4 8,-1 0 0,-1 1 0,-1 0 0,0-1 0,0 1 0,-2 1 0,0-1 0,0 28 0,-2-32 59,0 0-1,-1 0 1,0 0-1,-1 0 1,0 0-1,-1 0 0,-1-1 1,1 1-1,-1-1 1,-1 0-1,0 0 1,-11 15-1,1-7 40,0-1 0,-1-1 0,-1 0 0,-1-1-1,0-1 1,-1-1 0,0 0 0,-1-2 0,0 0 0,-1-1-1,-22 7 1,20-12-1337,11-7-6006,11-5-1247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9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526 112 9364,'0'0'8332,"-32"-19"-7003,-107-56 109,134 72-1328,0 0 0,0 1 0,-1 0 1,1 0-1,-1 0 0,1 1 0,-1 0 0,0 0 1,0 1-1,1-1 0,-1 1 0,0 0 0,0 1 0,1-1 1,-1 1-1,0 0 0,1 1 0,-1-1 0,0 1 1,1 0-1,0 1 0,0-1 0,0 1 0,-8 6 1,2-3 114,-4 3 40,1 1 0,0 1 0,0 0 0,1 1 0,1 1 0,0 0 0,0 0 1,2 1-1,-1 1 0,2 0 0,0 0 0,1 1 0,0 0 0,2 0 0,-1 1 0,2-1 0,1 2 1,-5 29-1,6-25-139,1 1-1,0-1 1,2 1 0,1 0 0,1-1 0,1 1 0,0-1 0,2 0 0,1 0 0,0-1 0,2 1 0,0-2 0,2 1 0,14 24 0,-10-25-81,1 0 0,0-1 0,1-1 1,1 0-1,1-1 0,0-1 1,2-1-1,-1 0 0,2-2 0,28 15 1,-21-15-89,0-2 0,0 0 1,1-2-1,1-1 1,-1-2-1,1 0 1,59 1-1,-34-4-1886,0-3 0,57-8 0,-12-16-6643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39.6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273 6 13350,'0'0'5507,"-26"-2"-4152,-5-1-644,-49 3 0,75 0-589,-1 1 1,1 0-1,-1 1 1,1-1-1,0 1 0,0 0 1,0 1-1,0-1 1,0 1-1,0 0 1,1 0-1,-1 0 0,1 1 1,0-1-1,0 1 1,0 0-1,0 1 1,-2 4-1,0-1 97,1 1 0,0 0-1,1 0 1,0 0 0,1 0 0,-1 1 0,-2 17-1,3-9 10,1 1 0,1 0 0,0 0 0,2 0 0,0 0 0,1-1 0,1 1 0,0-1-1,2 1 1,0-1 0,1 0 0,1-1 0,0 1 0,16 24 0,-5-14-64,1-1 0,1-1 0,1 0 0,1-2 0,2-1 0,0 0 0,43 29 0,-55-43-172,1 0 1,0 0-1,0-2 1,1 0-1,0 0 1,0-1 0,1-1-1,0 0 1,0-1-1,0-1 1,0 0-1,0-1 1,17 0 0,-28-2-99,-1-1 1,0 1 0,1 0 0,-1-1 0,0 1 0,1-1-1,-1 0 1,0 0 0,0-1 0,0 1 0,0-1 0,0 1-1,0-1 1,0 0 0,-1 0 0,1 0 0,3-4 0,0-2-1257,1 0 0,-1-1 0,-1 0 1,7-12-1,-8 13-285,30-57-18181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40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12 160 11461,'0'0'7260,"12"27"-6858,130 366 1976,-106-266-1980,-10-34-188,43 105 1,-64-191 433,-3-15-284,-3-22 279,-2 5-396,-1 0 0,-1 0 0,-2 1 0,-12-34 0,-49-97 233,-9-25 207,64 139-599,2 0-1,2-1 1,1 0-1,2-1 1,2 1-1,3-52 1,1 88-85,0 0 1,0 0 0,1-1-1,0 1 1,1 1 0,-1-1-1,1 0 1,0 0 0,0 1 0,1-1-1,0 1 1,0-1 0,7-8-1,-6 10-7,0 0-1,1 1 1,-1-1 0,1 1-1,0 0 1,0 1-1,0-1 1,0 1-1,1 0 1,-1 0 0,0 1-1,1-1 1,-1 1-1,10 0 1,-3-1-5,-1 2 0,1 0 0,-1 0 0,1 1 0,0 0 0,-1 1 1,1 0-1,-1 1 0,0 0 0,0 1 0,0 0 0,0 1 0,-1 0 0,0 1 0,0 0 0,0 0 1,-1 1-1,1 0 0,-2 1 0,1 0 0,-1 1 0,-1 0 0,1 0 0,-1 0 0,-1 1 0,0 0 0,0 0 1,-1 0-1,-1 1 0,1 0 0,-2 0 0,1 0 0,-2 1 0,1-1 0,-2 1 0,1 12 0,0-9 13,-2 0 1,0-1-1,0 1 0,-2 0 0,-2 14 0,2-22 15,0 0 0,0 0 0,0-1 0,-1 0 0,0 1 0,-1-1 0,1 0-1,-1 0 1,0-1 0,-1 1 0,1-1 0,-10 8 0,3-4 91,0 0 0,-1-1 0,0 0 0,-1-1 1,0-1-1,0 0 0,-1 0 0,-24 6 0,-3-4 200,-70 7 0,-3-1-366,113-14-13,-1 0-1,1 1 0,-1-1 1,1 0-1,-1 1 0,1-1 0,-1 1 1,1-1-1,0 1 0,-1 0 0,1-1 1,0 1-1,-1 0 0,-1 2 0,3-3 1,0 1-1,0-1 1,0 0 0,0 1-1,0-1 1,0 1-1,0-1 1,0 0-1,0 1 1,0-1-1,0 1 1,0-1-1,0 0 1,0 1-1,0-1 1,0 1-1,1-1 1,-1 0-1,0 1 1,0-1-1,0 0 1,1 1-1,-1-1 1,0 0-1,0 1 1,1-1-1,-1 0 1,0 0-1,1 1 1,-1-1 0,0 0-1,1 1 1,4 1-622,-1 1 1,1-1 0,0 0 0,0 0 0,0 0 0,0 0-1,9 1 1,76 6-7864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41.2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226 357 17032,'0'0'3476,"7"26"-2462,-3-13-905,56 175 1673,-46-157-1282,-2 1 0,-2 0 1,0 1-1,-3 0 0,0 0 0,3 66 0,-11-99-491,1 0 1,0 0-1,-1 1 1,1-1-1,-1 0 1,1 0-1,0 0 1,-1 0-1,1 0 1,-1 0-1,1 0 1,-1 0-1,1 0 1,0 0-1,-1 0 1,1 0-1,-1 0 1,1 0-1,0 0 1,-1 0 0,1-1-1,-1 1 1,1 0-1,0 0 1,-1 0-1,1-1 1,0 1-1,-1 0 1,1-1-1,0 1 1,-1 0-1,1 0 1,0-1-1,0 1 1,-1-1-1,1 1 1,-15-21 109,1 0 0,0 0 1,2-1-1,1-1 0,0 0 1,-13-46-1,8 22-94,1-1 1,2 0-1,3-1 1,2-1-1,2 0 1,2 0-1,2 0 1,6-60-1,-4 102-25,1 1-1,1-1 1,-1 1-1,1 0 1,1-1-1,-1 1 1,1 0-1,1 0 1,-1 1-1,1-1 0,0 1 1,1-1-1,-1 1 1,1 0-1,0 1 1,1 0-1,-1-1 1,1 2-1,13-9 1,-8 7-6,1 1 0,0 0 0,0 1 1,0 1-1,0 0 0,0 0 0,1 1 0,0 1 1,-1 0-1,1 1 0,14 1 0,-18-1-6,1 1 0,0 1 0,0 0 0,0 0 0,-1 1 0,1 0 0,-1 1 0,0-1 0,0 2 0,0 0 0,-1 0 0,1 0 0,-1 1 0,-1 0 0,1 1 0,-1 0 0,0 0 0,0 0 0,-1 1 0,0 0 0,7 12 0,-6-7 7,-1 1 0,0 0 0,-1 0 0,0 0 0,-1 0 0,0 1 0,-2 0 0,0-1 0,0 1 0,-1 0 1,-1 0-1,-1 0 0,-4 29 0,3-34 50,0 0 1,-1 0-1,0 0 0,-1 0 1,0 0-1,-1-1 0,0 0 1,0 0-1,-1 0 1,0 0-1,0-1 0,-12 11 1,7-9 97,-1 0 0,-1 0 0,0-1 0,0-1 0,-1 0 0,0-1 0,-23 9 0,0-5 64,0-1 0,0-2 1,-1-1-1,0-2 0,-74 0 0,-11-6-783,95-6-666,28 6 1071,-1 0-1,0 0 1,0 1-1,1-1 1,-1 0 0,0 0-1,1 0 1,-1 0 0,1 0-1,-1 0 1,1 1-1,0-1 1,-1 0 0,1 0-1,0-1 1,0 1-1,-1 0 1,1 0 0,0 0-1,0 0 1,0 0 0,1-2-1,3-24-6458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41.8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273 3 7411,'0'0'7132,"-27"-1"-4424,-88 0-1004,104 2-1376,0 0 0,1 0 0,-1 1 0,1 1 0,-1-1 1,-12 7-1,21-8-206,-1 0-1,0 0 1,1 0 0,-1 0 0,1 1 0,0-1 0,-1 1 0,1 0 0,0-1 0,0 1 0,0 0 0,0 0 0,1 1 0,-1-1 0,0 0 0,1 1 0,0-1 0,-1 1 0,1-1 0,0 1-1,0-1 1,0 4 0,1-5-109,0 0 0,0-1 0,0 1 0,0 0 0,0 0 0,0 0 0,0 0 0,0 0 0,0-1 0,1 1 0,-1 0 0,0 0 0,1 0 0,-1-1 0,1 1 0,-1 0 0,1 0 0,-1-1 0,1 1 0,-1 0 0,1-1 0,-1 1 0,1-1 0,0 1 0,0-1 0,-1 1 0,1-1 0,0 1 0,0-1 0,-1 0 0,1 1 0,0-1 0,1 0 0,33 4 69,-26-4-51,21 0-168,0 0 1,0-2-1,0-1 0,0-2 0,-1-1 0,46-15 0,-51 15 165,-35 18 436,-8 6-128,7-3 64,1 1 1,1 0 0,1 1 0,-10 24 0,9-19 119,-25 41 0,6-25-211,14-19-173,1 0 1,1 0-1,1 2 1,-18 38 0,28-54-206,0 0 0,0-1 1,1 1-1,0 0 1,0 0-1,0 0 0,1 0 1,0 0-1,0 0 0,0 0 1,0 0-1,1 0 1,0 0-1,0 0 0,0 0 1,1 0-1,-1 0 1,1-1-1,0 1 0,1-1 1,-1 1-1,1-1 0,0 0 1,0 0-1,0 0 1,0 0-1,1-1 0,5 5 1,6 4-620,2-1 1,-1-1-1,1 0 1,1-1-1,-1-1 1,1 0-1,1-2 1,19 5-1,-9-4-2402,0-2 0,42 4 0,-16-8-6778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6:42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0 19961,'0'0'7444,"-26"96"-7444,32-96-2017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53.5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86 305 8548,'0'0'2116,"0"33"-876,0 400 2170,-35 395-442,7-329-2260,18-316-391,-3 134 703,13-315-826,2-9 81,19-56-91,-4-2-1,-2 0 1,-3-1-1,6-99 1,-16-600-466,-6 366 188,4-588-48,6 985 85,-1 0 0,0 0 0,1 1-1,-1-1 1,1 1 0,0 0 0,-1 1-1,9-1 1,-11 1 55,294-5 25,-163 7 23,68-2 50,1509 39-13,-186-7-8,-1130-43-110,149-3-10,256 52 32,-7-1-4,-776-37 18,27 4-20,-42-4 12,0 1 0,0 0 0,-1 0-1,1 0 1,0 1 0,0-1 0,-1 0-1,1 1 1,-1-1 0,0 1 0,1-1-1,-1 1 1,0-1 0,0 1 0,0 0-1,0 0 1,0 0 0,0 0 0,1 3-1,18 58 15,-3 2 0,-3-1 0,7 79 0,1 200 97,-12-126-19,50 328-43,5 91-12,-62-584-47,12 415-569,-15-461 584,0 0 0,0-1 0,0 1 0,-1-1 1,0 1-1,0-1 0,0 1 0,-3 5 0,3-9-2,-1 0 0,1 0 0,-1 0 0,0 0-1,1 0 1,-1 0 0,0-1 0,0 1 0,0-1 0,0 1-1,0-1 1,-1 0 0,1 0 0,0 0 0,-1 0 0,1 0-1,0 0 1,-1-1 0,1 1 0,-4-1 0,-55 7-165,1-2 1,-103-6-1,53-1 24,-959-45 85,-10 1 176,-478 19-29,1090 15-44,172 8-59,-360-18 30,158-12-39,238 18-17,216 13 39,-96-2 25,124 5-19,-1 1 0,1 1 0,0 1 0,0 0 0,0 0 0,-26 11 0,22-4 21,14-8 0,1 1 0,-1-1-1,0 0 1,0 0 0,0-1 0,0 1-1,-1-1 1,1 0 0,0-1 0,-7 1 0,11-2-7,1 1 1,-1 0 0,0-1 0,1 1 0,-1-1 0,1 1 0,-1-1-1,1 1 1,-1-1 0,1 1 0,-1-1 0,1 1 0,0-1 0,-1 0-1,1 1 1,0-1 0,-1 0 0,1 1 0,0-1 0,0 0 0,0 0-1,-1 1 1,1-1 0,0 0 0,0 1 0,0-1 0,0 0 0,1-1-1,-1-33 103,0 22-80,3-42-221,10-59-1,-6 67-2177,1-97-1,-7 143 2151,-1 0 0,0-1 0,0 1 1,0 0-1,-1 0 0,1-1 0,0 1 0,0 0 1,-1 0-1,1-1 0,0 1 0,-1 0 0,1 0 1,-1 0-1,0 0 0,1 0 0,-1 0 1,-1-1-1,-25-8-6944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49.7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1065 11717,'0'0'2316,"-1"23"-790,0 67 200,3-212 5776,-1-121-6126,-3 187-1358,-2 1 0,-18-78 0,-4 35 236,12 52 211,-10-68 1,28 126-387,1 0 0,1 0 0,0-1 0,13 17 0,51 75-77,-56-83 68,1 2-38,310 430 205,-318-443-235,15 20-11,36 37 0,-52-60 8,1 0 0,-1 0 0,1-1 1,1 1-1,-1-1 0,1-1 0,-1 0 0,1 0 0,1 0 0,-1-1 0,12 3 1,-18-6 4,1 1 0,-1-1 0,1 0 0,-1 0 0,1 0 0,-1 0 0,1 0 1,0-1-1,-1 1 0,0-1 0,1 0 0,-1 1 0,1-1 0,-1 0 0,0 0 1,0-1-1,1 1 0,-1 0 0,0-1 0,0 1 0,0-1 0,-1 0 1,1 0-1,0 0 0,-1 0 0,1 0 0,1-3 0,2-5 29,0 0-1,0-1 0,-1 1 1,4-21-1,-5 23-16,12-60 96,-3 0 1,-3 0-1,-3-1 1,-3 0-1,-3 0 1,-9-71-1,-1 76 117,-3 1 0,-2 1 0,-36-91 0,29 88-78,7-4-53,13 60-6140,2 55-633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07.8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55 125 4066,'0'0'11517,"-1"27"-10482,-1 409 2506,22 53-695,-9-337-2366,1 16 46,-10-159-476,0-13 48,1-32 174,-1-56 108,1-244-455,-3-249-114,-1 238 147,1 347 28,35-5-48,-28 5 60,462 3 13,-178 7-6,204-9 3,530-3 16,837-5-18,-1390 7-1,-74 14 25,-115-2-84,-15 16 42,-21-2 5,248-20-34,-325-7 7,-170 28-67,1 58 154,3 0 1,20 108-1,22 12 42,-26-126-59,-3 1 0,-3 1-1,4 115 1,-4 147 78,-14-341-113,0 0-1,-1-1 0,1 1 0,-1 0 0,1-1 0,-1 1 1,0-1-1,0 1 0,0-1 0,0 1 0,0-1 1,0 0-1,0 1 0,0-1 0,0 0 0,0 0 0,-1 0 1,1 0-1,-1 0 0,1 0 0,0 0 0,-1 0 1,0-1-1,1 1 0,-1-1 0,1 1 0,-1-1 0,-3 1 1,-53 7 10,54-8-9,-511 7 49,312-9-30,-417 5 90,-670-7-182,-690-15 151,1921 19-67,-404-18 30,-104-18-6,501 33-23,-443-1 33,310 5-78,170 0 34,0 1 0,0 1 0,0 1 0,0 1 0,-37 13 1,64-17 68,2 5 278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16.9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58 2977,'0'0'9928,"0"-7"-9064,0-43 4122,0 50-4935,-1 0 1,0 0-1,1 0 0,-1 1 0,1-1 0,-1 0 1,1 1-1,-1-1 0,0 0 0,1 1 0,-1-1 0,1 0 1,0 1-1,-1-1 0,1 1 0,-1-1 0,1 1 1,0-1-1,-1 1 0,1-1 0,0 1 0,-1-1 0,1 1 1,0 0-1,0-1 0,0 1 0,-1-1 0,1 1 1,0 0-1,0-1 0,0 1 0,0 0 0,0-1 0,0 1 1,0 0-1,0-1 0,1 1 0,-6 258 1941,7-147-876,-2-90-911,-1 0-19,1 0 1,2-1 0,0 1 0,7 30 0,-2-36-282,-7-15 7,0-1 0,0 0 0,0 0 0,1 1 0,-1-1 0,0 0 0,1 0 1,-1 1-1,0-1 0,0 0 0,1 0 0,-1 0 0,0 0 0,1 1 0,-1-1 0,0 0 0,1 0 0,-1 0 0,0 0 0,1 0 0,-1 0 0,1 0 1,-1 0-1,0 0 0,1 0 0,-1 0 0,0 0 0,1 0 0,-1 0 0,0 0 0,1 0 0,-1-1 0,0 1 0,1 0 0,-1 0 0,0 0 0,1-1 1,-1 1-1,0 0 0,0 0 0,1 0 0,-1-1 0,0 1 0,17-22-9594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18.8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82 12486,'0'0'2897,"32"-14"-2315,102-39 143,-126 50-665,0 0 1,-1 1-1,1 0 0,0 0 0,0 1 0,0 0 0,0 0 1,1 1-1,-1 0 0,9 1 0,-6 1-52,-10-2-8,1 0 0,0 1-1,-1-1 1,1 1 0,0-1 0,-1 1-1,1 0 1,-1 0 0,1-1 0,-1 1-1,1 0 1,-1 1 0,1-1 0,-1 0 0,0 0-1,0 0 1,0 1 0,0-1 0,0 1-1,0-1 1,0 1 0,0-1 0,0 1 0,-1 0-1,1-1 1,-1 1 0,1 0 0,-1-1-1,0 1 1,1 2 0,-1 1 1,1-1 0,-1 1 0,0 0-1,0 0 1,-1 0 0,1-1 0,-1 1 0,0 0 0,0-1 0,-4 9 0,-4 2 50,-1 1-1,0-1 1,-2-1 0,0 0 0,0-1 0,-19 17 0,-35 38 321,59-61-222,1 1-1,-1 0 1,2 0-1,-1 0 1,1 1-1,0 0 1,1 0-1,0 0 1,0 0 0,1 1-1,0-1 1,1 1-1,0 0 1,1 0-1,-1 19 1,3-25-97,0 0 1,1 0-1,-1 0 0,1-1 1,0 1-1,0 0 0,0-1 1,0 1-1,1-1 0,0 0 1,-1 0-1,1 0 0,0 0 1,0 0-1,1 0 0,-1-1 1,1 0-1,-1 0 0,1 0 1,0 0-1,-1 0 0,8 2 1,12 4 110,-1-1 0,38 7 1,-58-14-161,44 7-710,1-2 0,75-3 0,-108-2-26,66 0-6156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22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205 269 7059,'0'0'6414,"10"-24"-5040,28-75-131,-36 96-1055,-1-1 0,0 1 0,0-1 0,-1 0 0,1 0 0,-1 1 1,1-1-1,-1-4 0,0 7-136,0 0 1,-1 0 0,1 0 0,0 0-1,0 0 1,-1 0 0,1 0 0,-1 0 0,1 0-1,-1 0 1,1 0 0,-1 0 0,0 0-1,1 0 1,-1 1 0,0-1 0,1 0-1,-2 0 1,-1-1 18,0 1-1,1 0 1,-1 0-1,0 0 1,0 1-1,0-1 1,0 1-1,0-1 1,0 1 0,0 0-1,-6 1 1,-1-1 90,1-1-75,0 1 1,0 0-1,0 1 0,0 0 1,1 0-1,-1 1 0,0 0 1,-8 3-1,12-2-34,-1 0 1,1 0-1,0 1 0,-1-1 1,2 1-1,-1 0 0,0 0 0,1 1 1,0 0-1,0-1 0,0 1 0,-4 8 1,1-1 47,1-1 0,1 1 0,0 1 1,1-1-1,0 1 0,0-1 0,2 1 1,-2 14-1,1 5 150,2-1-1,3 40 1,-1-62-224,0 1 1,1 0-1,0-1 0,1 1 1,0-1-1,0 0 0,1 0 1,0 0-1,1 0 0,0-1 0,0 1 1,1-1-1,0-1 0,1 1 1,12 11-1,-14-14-12,0-1 0,0-1 0,1 1 0,-1-1 0,1 0 0,-1 0 0,1-1 0,0 1 0,0-1 1,0-1-1,1 1 0,-1-1 0,0 0 0,0 0 0,1-1 0,-1 0 0,0 0 0,1 0 0,-1-1 0,0 0 0,1-1 0,-1 1 0,0-1 0,0 0 0,0 0 0,5-4 1,-2 1-4,-1 0 1,0 0 0,0-1 0,-1 0 0,0-1 0,0 0 0,0 0 0,-1 0 0,0-1 0,-1 0 0,0 0 0,0 0 0,0-1 0,-1 1 0,5-16 0,-3 4 4,0-1-1,-1 0 1,-2 0 0,0 0 0,-1 0-1,-1-25 1,-2 33 9,0-1 1,0 1-1,-2 0 1,0 0-1,0 0 1,-1 0-1,-1 1 0,0 0 1,0 0-1,-2 0 1,1 0-1,-1 1 0,-16-19 1,15 21-203,0 1 1,0 0-1,-1 1 0,1 0 1,-2 0-1,1 0 1,-1 1-1,0 1 0,0 0 1,-1 0-1,1 1 1,-1 0-1,0 1 0,0 1 1,0-1-1,-16 0 0,-32 2-4483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23.5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0 9845,'0'0'4450,"17"145"-3282,1-31 1,-10 23-49,-2 18 65,-6 2-193,0-2-400,-20-7-95,-6-19-353,3-13-96,9-23-48,14-18-1249,0-34-1856,48-30-3010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24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7972,'0'0'8387,"106"204"-6914,-80-82-448,-12 17-129,-11 9-208,-3 4-143,0-7-193,-17-11-224,-3-12-128,9-19-80,11-20-1393,0-29-2945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25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 6995,'0'0'4912,"5"-9"-4133,15-29-43,-20 37-693,0 1 1,0-1-1,0 1 0,1-1 1,-1 0-1,0 1 0,1-1 1,-1 1-1,0 0 0,1-1 1,-1 1-1,0-1 0,1 1 1,-1-1-1,1 1 0,-1 0 1,1-1-1,-1 1 0,1 0 1,-1 0-1,1-1 0,0 1 1,-1 0-1,1 0 0,-1 0 1,1 0-1,-1 0 0,1 0 1,0 0-1,-1 0 0,1 0 1,-1 0-1,1 0 0,0 0 1,-1 0-1,1 0 0,-1 0 1,1 1-1,0-1 0,12 17 444,-3 9-198,-1 0 0,-2 1 0,0 0 0,3 34 0,6 121 407,-16-172-679,7 255 590,-6-138 86,20 155 0,-17-254-831,1 0 1,2 0-1,0-1 0,2 0 0,2 0 1,0-1-1,27 45 0,-23-51-3039,-3-12-2012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26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7571,'0'0'5539,"0"181"-4002,0-101-465,9 0 97,3-8-705,-4-15-352,-5-13-112,-3-8-992,0-15-2850,-9-13-6339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06.1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60 4578,'0'0'4173,"0"-2"-4085,0 0 38,0 0 0,0 0 1,0-1-1,0 1 0,-1 0 1,1 0-1,-1 0 0,0 0 1,1 0-1,-1 0 0,0 0 1,0 0-1,0 0 0,0 1 1,-1-1-1,1 0 0,0 0 0,-1 1 1,1-1-1,-1 1 0,1 0 1,-1-1-1,0 1 0,0 0 1,0 0-1,0 0 0,0 0 1,1 0-1,-4 0 0,-3-1-75,0 0 0,0 1-1,0 0 1,-1 0 0,-12 1-1,17 0 85,-2 0-63,0 0-1,0 0 0,0 0 1,0 1-1,0 0 0,0 1 0,0-1 1,0 1-1,0 0 0,1 0 1,-1 1-1,1 0 0,-1 0 1,1 0-1,0 1 0,0 0 1,1-1-1,-1 2 0,1-1 0,0 0 1,0 1-1,0 0 0,1 0 1,-1 0-1,1 0 0,1 1 1,-1-1-1,1 1 0,0 0 0,0 0 1,0 0-1,-1 9 0,2-10 18,0 1 1,1 0-1,0 0 0,0-1 0,0 1 0,0 0 0,1 0 0,0 0 0,0-1 0,1 1 0,-1-1 0,1 1 0,0-1 0,6 10 0,-4-10 0,0 0-1,1 0 1,0 0-1,0-1 1,0 1-1,1-1 1,-1-1-1,1 1 1,0-1-1,0 0 1,1 0-1,7 2 1,5 2-81,1-1 0,0-1 1,1-1-1,-1-1 0,1 0 1,21-1-1,30-3-4009,-25-4-5337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3.8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247 243 6819,'0'0'10576,"0"-12"-9120,-5-38-252,5 49-1143,0 0 1,-1 0-1,0 0 1,1 1-1,-1-1 1,1 0-1,-1 0 1,0 0-1,1 1 1,-1-1-1,0 0 1,0 1-1,0-1 1,0 1-1,1-1 1,-1 1-1,0-1 1,0 1-1,0 0 1,0-1-1,0 1 1,0 0-1,0 0 1,0 0-1,0-1 1,0 1-1,0 0 1,-1 1-1,-31 1 722,28-1-636,-1 0-102,0 1-1,-1 0 1,1 0 0,0 1 0,0 0 0,1 0 0,-1 0 0,1 1 0,-1-1-1,1 1 1,0 1 0,0-1 0,1 1 0,-1-1 0,-6 11 0,0 1 26,0 1 0,1 0-1,1 0 1,-8 21 0,11-21-8,1 0 0,0 0 0,1 0 0,1 1 0,1-1 0,0 1 0,2 0 0,0 0 0,0-1 0,2 1 0,0 0 0,2-1 0,-1 1 0,12 29 0,-11-37 13,-1-1 1,2-1-1,-1 1 0,1-1 1,0 1-1,1-2 0,0 1 1,0 0-1,1-1 0,0 0 1,0-1-1,0 0 0,1 0 1,0 0-1,0-1 1,0 0-1,1-1 0,0 0 1,0 0-1,0-1 0,0 0 1,1 0-1,-1-1 0,1-1 1,-1 1-1,1-1 0,0-1 1,14-1-1,-18 0 15,-1 0 1,1-1-1,-1 0 0,0 0 0,1 0 1,-1-1-1,0 1 0,-1-1 0,1 0 1,0-1-1,-1 1 0,0-1 0,1 0 1,-2 0-1,1 0 0,0-1 0,-1 1 1,0-1-1,3-5 0,8-14 261,0-1 0,13-38 0,-27 63-349,12-34 108,-1 0 0,-2 0 1,-1-1-1,-1 0 0,-3 0 0,0-1 0,-3 1 0,-5-70 0,2 96-205,0 0 0,0 1-1,-1-1 1,0 1 0,-6-10-1,5 9-757,0-1 1,0 1-1,1-1 0,-3-13 0,6 20 199,-1 0 0,1 0-1,0 0 1,0 0-1,1-1 1,-1 1 0,0 0-1,1 0 1,0 0-1,0 0 1,0 0-1,0 0 1,0 0 0,1 1-1,-1-1 1,1 0-1,-1 1 1,4-5 0,33-27-10414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4.2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9380,'0'0'6275,"10"33"-5202,0-4-717,53 198 2345,-46-126-771,-4 1 0,0 198-1,-9-281-1049,5-22-449,17-33-308,-15 18-113,-6 13-101,0 0 0,1 0 1,0 0-1,0 0 1,0 1-1,0 0 0,12-5 1,-16 7 31,0 1 1,1 0 0,-1 0-1,0 0 1,1 1 0,-1-1-1,0 1 1,1-1 0,-1 1-1,1 0 1,-1 0 0,1 0-1,-1 0 1,1 0 0,-1 0-1,1 1 1,-1-1 0,1 1-1,-1 0 1,0 0 0,1 0-1,-1 0 1,0 0 0,0 0-1,0 1 1,0-1 0,4 4-1,-1 2 19,0 1 0,-1-1 1,0 1-1,-1 0 0,1 0 0,-1 0 0,-1 0 0,0 1 0,0-1 0,0 1 0,-1-1 1,0 15-1,-1 19 40,-4 48 1,4-89-1,-1 10 100,0 0 0,-1-1 0,-1 1-1,1-1 1,-2 0 0,1 0 0,-11 19 0,12-25 43,0 0 1,-1 0-1,1-1 0,-1 1 0,0-1 1,0 1-1,0-1 0,-1 0 0,1 0 1,-1 0-1,0-1 0,1 1 1,-1-1-1,0 0 0,-1 0 0,1-1 1,0 1-1,0-1 0,-1 0 0,1 0 1,-8 1-1,-5-1 45,-6 1-210,0-1 0,0-1 0,0-2-1,-26-3 1,48 5-147,0-1-1,-1 1 1,1-1-1,0 1 1,-1-1-1,1 1 1,0-1-1,0 0 1,0 0-1,-1 1 1,1-1-1,0 0 1,0 0-1,0 0 1,0 0-1,1 0 1,-1-1-1,-1-1 1,1 2-172,1 0 0,0 0 0,0 0 0,0 0 1,0 0-1,0 0 0,0 0 0,0 0 0,0 0 0,0 0 0,0 0 0,1 1 0,-1-1 1,0 0-1,0 0 0,1 0 0,-1 0 0,1 0 0,-1 0 0,1 1 0,-1-1 1,1 0-1,0 0 0,-1 1 0,1-1 0,0 0 0,0 1 0,-1-1 0,1 1 0,1-2 1,31-15-12458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4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236 1 16664,'0'0'709,"16"22"-148,-14-18-542,21 28 643,-1 0 0,-1 2 0,-3 1 0,19 46 0,-31-63-59,-1 1 1,-1 0-1,-1 1 0,-1-1 1,0 0-1,-1 1 0,-3 24 1,1-35-456,1-1 0,-1 0-1,-1 0 1,1 0 0,-1 1 0,-1-2 0,0 1 0,0 0 0,0 0 0,-1-1 0,0 0 0,-1 0 0,1 0-1,-1 0 1,-1-1 0,1 0 0,-1 0 0,0 0 0,-9 6 0,11-10-91,0-1 1,-1 1-1,1-1 0,0 0 1,0 0-1,-1 0 0,1 0 1,-1-1-1,1 0 0,0 0 1,-1 0-1,-6-2 1,-51-14 71,38 7-464,3 2 444,0-1 1,1-1 0,-26-16 0,40 21-417,1 0 1,0 0 0,0 0-1,0-1 1,0 0 0,-5-8 0,7 9-223,1 0 0,0 1 0,0-1 1,0 0-1,1 0 0,-1 0 1,1-1-1,0 1 0,0 0 0,1 0 1,-1-5-1,0-31-6442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4.9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55 19401,'0'0'6803,"-2"-52"-6803,2 49-112,17 19-13975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5.3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 11637,'0'0'8700,"7"0"-8177,19 0-245,-19 0 783,-11-15 3599,3 9-7128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5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44 20185,'0'0'2898,"10"-1"-2698,32-4-198,-31 4-111,-26-30 1723,16 26-1426,-1 24 43,0-17-185,0 1 0,0 0 1,0 0-1,-1-1 0,1 1 0,-1 0 0,1 0 1,-1-1-1,0 1 0,0-1 0,0 1 0,-1-1 0,1 1 1,-1-1-1,-1 3 0,0-4 18,2-1-310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46.0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275 1432 4690,'0'0'7886,"7"10"-6995,-1-2-1809,13 15 4210,-10-13 448,-21-29-2165,6 10-1532,-145-233 1257,128 199-1074,2 0 0,2-1 0,-25-93 0,29 62-105,4-1 0,3 0 0,3-1 0,6-94 0,1 156-78,0 1 0,1-1 0,0 0 0,1 1 0,1-1 0,0 1 0,1 1 0,0-1 0,1 1 0,1 0 0,0 0 0,0 1 0,15-16-1,-3 7-6,0 0 0,2 1 0,0 1 0,1 1 0,50-29 0,-53 37-29,0 1 0,1 1 0,1 0 1,39-8-1,95-8-46,-77 14 26,34-5 25,170-1 0,81 26 110,-287-3-32,0 3 0,129 35 0,-167-34-63,-1 2 1,61 29-1,-83-34-11,-2 1 0,1 0 0,-1 2 0,-1-1 0,0 2 0,0 0 0,-1 0 1,20 28-1,78 135 42,-18-26-20,-66-110-45,36 72 1,-54-92 4,0 0-1,-1 0 1,-1 1 0,-1 0-1,-1 0 1,3 33-1,-5-10 2,-2 0 0,-1 0-1,-8 44 1,5-64 4,0 0-1,-2-1 1,-1 0 0,-1 0-1,-1-1 1,0 0 0,-18 28-1,24-45-82,1 0-1,-1-1 0,0 1 0,0-1 0,-1 0 0,1 1 1,-1-1-1,1-1 0,-1 1 0,0-1 0,0 1 1,0-1-1,0 0 0,-1 0 0,1-1 0,0 1 0,-1-1 1,1 0-1,-1 0 0,1-1 0,-1 1 0,0-1 1,-7-1-1,-22 1-4177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59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1672 456 14487,'0'0'4009,"12"-24"-3907,2-9-20,-5 11 185,1 0 0,1 1 0,21-31 0,-30 51-153,-1 0 0,0-1 1,0 1-1,0 0 0,0-1 1,0 1-1,0-1 1,-1 1-1,1-1 0,0 0 1,-1 1-1,1-1 0,-1 0 1,0 1-1,0-1 0,1-3 1,-3 4-39,1 0 0,-1 0 0,0 0 0,0 1 0,1-1 0,-1 0 0,0 1 0,0 0 0,0-1 0,0 1 0,0 0 0,1 0 0,-1 0 0,0 0 0,0 0 0,-3 1 0,-14 0 76,0 1 1,0 1-1,1 0 1,-1 2-1,1 0 0,-34 15 1,-108 61 399,122-60-418,-57 33 206,3 5 0,-146 122 0,-134 177 635,314-295-859,2 3 0,4 2 0,2 2 0,4 3 0,3 1 0,3 2 0,3 2 0,4 2 0,3 0 0,4 2 0,4 1 0,-23 164 0,10 126 138,28-250-140,11 128 0,1-213-103,0-1-1,3 0 0,1-1 0,2 1 0,27 61 0,99 165 86,-100-196-79,-9-20-8,2-2 1,2-1-1,2-2 1,2-1-1,1-2 0,2-1 1,70 50-1,-26-29 12,2-5-1,3-3 1,106 44-1,-138-72-14,1-3-1,1-3 0,0-2 1,1-3-1,104 9 0,309-14 6,-279-10-43,-159 3 8,65 2-37,-1-5 1,187-30 0,383-125 5,-504 109 47,-2-8 1,156-77-1,-199 77-9,393-207-290,-434 217 260,-1-4 0,-3-3 0,-3-3-1,83-86 1,335-436-110,-445 514 151,-2-2 0,-3-2 0,58-146 0,46-234-5,-129 393 14,-3 0 0,-3 0 0,-2-1 1,-1-83-1,-6 118-11,-1 0 0,-1 1-1,-1 0 1,-1 0 0,-1 0 0,-1 0 0,0 1 0,-13-22-1,-94-154-14,81 145 29,-5-9 26,-89-106-1,104 141-27,-1 1-1,0 2 1,-2 0 0,-1 2-1,0 1 1,-41-22-1,-320-139 118,327 153-111,-23-7 17,-2 4 0,-170-37 0,-186-2-61,111 20-53,155 21 63,-278-10 0,354 36-133,-479 12 508,504-3-703,0 3-1,1 4 1,0 2-1,1 4 1,-118 49-1,191-74-5863,2-21-8290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3:32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1365 181 4162,'0'0'6750,"8"-10"-6022,25-32 24,-33 41-657,1 1-1,0-1 1,0 0-1,-1 0 0,1 1 1,-1-1-1,1 0 1,-1 0-1,1 0 0,-1 1 1,1-1-1,-1 0 1,0 0-1,1 0 1,-1 0-1,0 0 0,0 0 1,0 0-1,0 0 1,0 0-1,0 0 0,0 0 1,0 0-1,0 0 1,0 0-1,0 0 0,-1 0 1,1 0-1,0 1 1,-1-1-1,1 0 1,-1 0-1,1 0 0,-1 0 1,1 1-1,-1-1 1,1 0-1,-1 0 0,0 1 1,0-1-1,1 0 1,-1 1-1,-1-1 1,-38-12-312,33 12 623,-23-5-85,-1 1 0,0 1-1,0 2 1,-53 2 0,34 1-186,23 2-62,0 1-1,1 1 1,0 1 0,0 2-1,1 0 1,-30 15 0,2-3 61,-265 74 283,208-66-255,91-23-154,0 1-1,0 0 1,1 1-1,0 1 1,0 1-1,1 1 1,0 0-1,1 1 1,0 1-1,1 0 1,0 1-1,1 1 1,0 0-1,1 1 1,1 1-1,0 0 1,1 0-1,1 1 1,1 0-1,0 1 1,-10 32-1,-4 25 18,-16 103 1,33-137 1,2 1 0,1 0 1,3 0-1,5 50 0,18 31 58,-5-34-20,-9-48-36,1-1 0,2 1 1,29 66-1,72 109 30,-97-190-38,2-1 0,1-1 0,2 0 0,0-1 1,1-1-1,1-1 0,1-2 0,27 18 0,2-2 24,2-3 0,112 48 0,-61-42 39,168 38 0,-177-58 98,165 9 1,-51-7-73,138 8-55,22 3-3,-238-19-12,215-8-1,-178-7-22,632 16-68,-757-13 51,176-5 29,-180 1-13,1-1 0,0-2 0,50-17 1,-4-4 103,157-74-1,-209 83-47,0-1 0,-1-2-1,-1-2 1,-2-1 0,0-1 0,47-51-1,-30 22 1,-3-2-1,47-76 0,-80 111-63,0-1-1,-2 0 0,-1-1 1,-1-1-1,0 1 1,-2-1-1,-1-1 1,-2 1-1,4-50 0,-7-330 84,-3 381-78,0 0-1,-2 1 1,0-1-1,-2 1 1,0 0-1,-2 0 1,0 1-1,-22-40 1,0 10 10,-2 0 1,-52-62 0,61 86-23,-1 1 1,-1 0-1,-1 2 0,-2 1 0,0 1 0,-2 2 0,0 1 1,-54-27-1,-186-71 20,218 100-34,-1 2 0,0 2-1,-73-9 1,-76-3 10,-522-45 105,479 68-110,94 3-2,-150-19 1,95 3-10,-317 14-1,400 5 21,-149 19 61,243 5-5016,0-14-3504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7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34 919 8404,'0'0'7353,"-7"10"-6164,-9 11-629,7-11-51,9-10-474,0 0-1,0 0 1,0 0 0,0 0-1,0 0 1,0-1 0,0 1 0,0 0-1,0 0 1,0 0 0,0 0-1,0 0 1,0 0 0,0 0 0,0 0-1,-1 0 1,1 0 0,0 0-1,0 0 1,0 0 0,0 0 0,0 0-1,0 0 1,0 0 0,0 0-1,0 0 1,0 0 0,0 0 0,0 0-1,0 0 1,0 0 0,0 0 0,0 0-1,0 0 1,-1 0 0,1 0-1,0 0 1,0 0 0,0 0 0,0 0-1,18-40 620,1 1-1,32-48 1,-13 23-579,79-135-1,142-261 1333,-228 391 455,-18 98-1278,20 77-269,182 615 1640,-209-699-2002,-2-1 0,0 1 0,-1 0 1,0 30-1,-3-51-26,0 0 0,0 0 0,0 0 0,0-1 0,-1 1 1,1 0-1,0 0 0,-1 0 0,1 0 0,-1 0 0,1-1 1,-1 1-1,1 0 0,-1 0 0,1-1 0,-1 1 0,0 0 0,1-1 1,-1 1-1,0-1 0,0 1 0,1-1 0,-1 1 0,0-1 1,0 0-1,0 1 0,0-1 0,0 0 0,0 1 0,1-1 1,-3 0-1,-35 2-2490,28-3 1737,-44-2-3985,-10-17-3195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7.7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89 15975,'0'0'8596,"152"-75"-8324,-75 64-272,4 9-688,-7 2-2385,-2 0-1938,-6 5-3168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8.1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290 22 8868,'0'0'7161,"-11"-4"-6009,-4 0-756,0 0 0,-1 0 0,0 2 0,1 0 0,-1 1 0,0 0 0,-20 2 0,30 0-257,0 0 0,1 0 0,-1 0 0,0 0 0,1 1 0,-1 0 0,1 0 0,-1 0-1,1 1 1,0 0 0,0 0 0,0 0 0,0 1 0,1 0 0,-1-1 0,1 2-1,0-1 1,0 0 0,0 1 0,1 0 0,0 0 0,0 0 0,0 0 0,-4 10 0,4-5-37,0 0 0,1 0 1,0 0-1,0 1 0,1-1 1,0 0-1,1 0 1,0 1-1,1-1 0,0 0 1,1 1-1,0-1 0,0 0 1,1 0-1,1-1 0,-1 1 1,2-1-1,-1 1 1,1-1-1,1 0 0,-1-1 1,1 0-1,1 0 0,0 0 1,0 0-1,13 10 1,-4-5-4,1 1 0,0-2 0,0 0 0,2-2 0,-1 0 0,22 9 0,-27-15-479,-1 1-1,2-2 1,-1 0-1,19 2 1,-23-4-564,0-1-1,1 0 1,-1 0 0,1-1 0,-1 0 0,0-1 0,10-3 0,21-16-7820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8.6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271 77 11045,'0'0'4946,"-21"-13"-3908,-70-41-216,88 53-748,1-1 0,-1 1 0,1 0 0,-1 0 0,1 0 0,-1 0 0,0 1 0,1-1 0,-1 1 0,0-1 0,0 1 0,1 0 0,-1 0 1,0 0-1,1 1 0,-1-1 0,0 1 0,0-1 0,1 1 0,-1 0 0,1 0 0,-1 0 0,1 0 0,-4 3 0,1 0 122,1 0-1,-1 0 1,1 1 0,0-1 0,1 1-1,-1 0 1,-4 9 0,4-6 42,-4 8 101,0 1 0,1 1 1,1-1-1,1 1 0,1 0 1,0 0-1,1 1 0,1-1 1,1 1-1,2 35 0,-1-46-256,1-1-1,0 1 1,0 0-1,1 0 1,0-1 0,0 1-1,1-1 1,0 0-1,0 0 1,1 0-1,0 0 1,0 0-1,1-1 1,0 0-1,0 0 1,0 0 0,1 0-1,-1-1 1,1 0-1,1 0 1,-1-1-1,9 5 1,10 5-199,0-2 1,1 0-1,0-2 0,55 13 1,-64-20-5885,-8-3-40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9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0 145 17512,'0'0'1857,"281"-26"-1361,-68 11 208,37-1 321,14-2-577,-12 0-352,-33 5-32,-44 3-64,-46 2-240,-40 3-592,-32 0-465,-28-1-1680,-29 1-1185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8:39.5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9364,'0'0'7668,"244"-31"-5891,-78 23 31,41 3-1055,14 0-337,-3-1 176,-28-1-176,-38-1-191,-46 0-225,-40 0-129,-28 3-1311,-21 3-481,-17-4-2913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3:57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133 127 6355,'0'0'3457,"-9"-9"-2640,-29-25-83,35 32-484,0 0 1,0 1 0,0-1-1,0 1 1,0 0 0,0 0-1,-1 0 1,1 0 0,0 1-1,0-1 1,-1 1 0,1 0-1,0 0 1,-1 0 0,1 0-1,-4 1 1,-14 0 1792,15-3 456,8 1-1045,19-1-696,37 1-963,323 3 1095,278-2-457,-656 0-448,195-8-172,-162 4-1001,-1-1 0,0-1 0,49-17 0,-34 0-4660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3:58.4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11477,'0'0'2433,"252"20"-2032,-88-9 479,2-6-560,-8-5-240,-20 0-80,-26 0-112,-26-3-2785,-34-12-4515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09.0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572 2210 6787,'0'0'4442,"25"0"-3593,329 0 938,-179-1-1044,472 15 101,863 24-918,-898-78-748,-350 18 473,-238 21 324,-16 1 22,0 0-1,0-1 1,0 0 0,0 0-1,14-4 1,-20 4 13,0 0 0,0 0 0,-1 0 0,1 0 0,0 0 0,-1 0 0,1-1 0,-1 1 0,1 0 0,-1-1 0,0 1 0,1-1 0,-1 0 0,0 1 0,0-1 0,0 0 0,0 0 0,-1 1 0,1-1-1,0 0 1,-1 0 0,1 0 0,-1 0 0,0 0 0,1 0 0,-1 0 0,-1-4 0,2-29 93,0 8-244,-1 1 0,-1 0-1,-2 0 1,0 0 0,-13-47 0,-6 6-48,-8-18 294,5-1 0,-17-107-1,-15-473 355,51 541-428,10-154 0,0 252 69,1 0 1,10-30 0,-8 35-5,-1 0 1,-2 0-1,0 0 0,1-30 1,-5 52-90,0-1-1,0 0 1,0 1 0,-1-1-1,1 0 1,0 0 0,0 1 0,-1-1-1,1 0 1,0 1 0,-1-1-1,1 1 1,-1-1 0,1 0 0,0 1-1,-1-1 1,0 1 0,1-1-1,-1 1 1,1 0 0,-1-1-1,1 1 1,-1-1 0,0 1 0,1 0-1,-1 0 1,0-1 0,0 1-1,-1 0 1,-24-3 29,22 3-44,-491-2-18,-75-3 39,480 0 7,-1361-79 53,330 48-49,908 36-394,213 24 207,-8 223 815,-52 307 0,22-91 180,32 2-179,6-443-660,1-7-665,-2 1-1,0-1 0,-1 1 0,0-1 1,-7 21-1,-2-5-5557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13.3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1 120 5330,'0'0'5632,"12"-19"-4655,6-6-597,31-50 1425,-46 93 5512,13 32-7454,-8-24 854,58 144 1071,-40-108-1420,30 108 0,-52-150-488,-2-1 0,-1 1 1,-1 33-1,0-25-1811,0-28 1789,0 1 0,0-1 0,0 0 0,0 1 0,0-1 0,0 0 0,0 1 0,1-1 0,-1 0 0,0 1-1,0-1 1,0 0 0,1 0 0,-1 1 0,0-1 0,0 0 0,0 1 0,1-1 0,-1 0 0,0 0 0,1 0-1,-1 1 1,0-1 0,0 0 0,1 0 0,-1 0 0,0 0 0,1 1 0,-1-1 0,0 0 0,1 0-1,-1 0 1,0 0 0,1 0 0,-1 0 0,1 0 0,-1 0 0,0 0 0,1 0 0,-1 0 0,0 0 0,1-1-1,-1 1 1,0 0 0,1 0 0,-1 0 0,0 0 0,1 0 0,-1-1 0,20-10-4671,4-21-1883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13.7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184 166 9748,'0'0'6195,"-17"-5"-5378,8 3-736,4 0-51,-1 0 0,0 1 0,0-1 1,0 1-1,0 1 0,0-1 0,-6 1 0,10 0-5,-1 1-1,1-1 1,-1 1-1,1 0 1,-1 0 0,1 0-1,-1 0 1,1 0-1,0 0 1,0 1 0,-1-1-1,1 1 1,0 0-1,0-1 1,0 1-1,1 0 1,-1 0 0,0 0-1,1 0 1,0 1-1,-1-1 1,1 0 0,-1 4-1,-8 15 254,1 2-1,0-1 1,2 1 0,1 1-1,1-1 1,1 1 0,1 0-1,1 0 1,1 0 0,1 0-1,2 0 1,3 25 0,-3-43-252,1 0 1,-1 0-1,1 0 1,0 0-1,1 0 0,-1-1 1,1 1-1,0-1 1,1 0-1,-1 0 1,1-1-1,0 1 1,0-1-1,0 0 0,1 0 1,-1-1-1,1 0 1,0 0-1,0 0 1,0-1-1,0 0 1,1 0-1,-1 0 0,11 1 1,-6-1 0,0 0 1,0-1-1,0 0 1,0-1-1,0 0 1,0-1-1,0 0 1,0-1-1,0 0 1,0-1-1,0 0 1,-1-1-1,21-9 1,-23 8-6,0-1 1,0-1 0,0 1-1,-1-1 1,0 0 0,-1-1 0,1 1-1,-1-2 1,-1 1 0,0 0-1,0-1 1,0 0 0,-1 0 0,-1 0-1,6-20 1,-4 7 142,-2 0 1,0 0-1,-1 0 0,-1-1 1,-1 1-1,-3-25 0,0 30-119,-1 0 0,-1 1 0,0 0 0,-1 0 0,-1 0 0,0 1 0,-1 0 0,-1 0 0,0 1 0,-1 0 0,-1 0 0,0 1 0,-1 1 0,0 0 0,-1 0 0,-24-16 0,34 26-226,0 0 0,0 0 0,0 1 0,0-1 0,-1 1 0,1 0 0,0-1 0,-1 1 0,1 1 0,-5-2 0,6 2-172,1 0 0,-1 0-1,1 0 1,-1 1 0,1-1 0,0 0 0,-1 1 0,1-1 0,0 1-1,-1-1 1,1 1 0,0-1 0,0 1 0,-1 0 0,1 0 0,0-1 0,0 1-1,-2 2 1,-14 28-11013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14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80 671 4594,'0'0'5384,"-2"-27"-4480,-1-12-538,-16-155 2689,9 144-499,-3 1 1,-20-54 0,41 123-2296,1 0 1,1 0-1,15 22 1,35 48-245,128 176 64,-153-232-54,-34-33-23,0 0 0,0 0 1,0 0-1,0 0 0,0-1 1,1 1-1,-1 0 0,0-1 1,0 1-1,1-1 0,-1 0 0,0 1 1,1-1-1,-1 0 0,0 0 1,1 0-1,-1 1 0,1-1 1,-1-1-1,0 1 0,1 0 1,-1 0-1,0-1 0,1 1 1,-1 0-1,0-1 0,1 1 1,-1-1-1,0 0 0,0 1 1,0-1-1,0 0 0,2-1 1,1-3 14,-1 0 1,1 0 0,-1-1-1,0 1 1,-1-1 0,1 0-1,-1 0 1,0 0 0,1-9-1,9-64 49,-11 71-63,4-49 46,-3-113-1,-4 142 17,-1 2 0,-1-1 0,-1 0-1,-2 1 1,-1 0 0,-15-35-1,6 28-120,-6-13 147,17 24-7073,8 43 1889,7 3 182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15.0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83 8292,'0'0'5698,"106"-64"-5650,-77 53-48,-6 6-432,-3 3-928,-6 2-1442,-8 0-3585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15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0 194 10997,'0'0'5571,"173"-75"-5203,-96 52-256,-5 2-112,-6 0-801,-14-4-2976,-9-4-7428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1.4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1 280 14150,'0'0'2994,"4"33"-1388,88 511 2711,-26 289-965,-44-438-2655,9 577 1120,-31-952-1718,-1-10-58,1 0-1,0 0 0,1 0 1,0 0-1,1 0 0,4 15 1,-1-97 314,-3-138-463,-6-272-617,-11 316 575,-41-177 0,12 86 90,-9-200-137,8-650-1,46 1105 195,-1 1 1,1-1-1,0 1 0,-1-1 0,1 1 1,0 0-1,0 0 0,0-1 0,0 1 1,0 0-1,0 0 0,0 0 0,0 0 1,1 0-1,-1 0 0,0 1 0,1-1 0,-1 0 1,0 1-1,1-1 0,-1 1 0,1-1 1,-1 1-1,1 0 0,2-1 0,50-9-46,-42 9 53,131-14-19,147 5 0,-224 9 13,1869-4 55,-1046 7-42,-888 19 32,34 772 380,-12-420-366,49 346 167,-9-146 32,-54-442-163,7-1-1,4-1 1,55 185 0,-63-269-84,-2 0-1,-2 1 1,4 67 0,3 28 22,-14-134-33,-1-6-25,-33-1-146,-1547-7-756,895-21 911,-59 16 7,512 13 19,209-1 19,0 0 1,-1 2-1,1 1 1,0 1-1,0 1 1,1 1-1,-1 1 1,1 1-1,-37 18 1,55-23-4,1 1 1,0-1-1,0 0 1,1 1-1,-1 0 1,1-1-1,0 1 1,0 0-1,0 0 1,-2 7-1,-3 1 229,5-40-76,16-456-108,-12 446-91,3-128 171,-6 147-151,0 0-1,-1 1 1,-1-1-1,-1 1 1,-1 0-1,-11-28 0,12 36-445,0 1 0,0-1 0,0 0 0,1 0-1,1 0 1,-2-12 0,3-12-5283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2.1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1451 1185,'0'0'21001,"0"-35"-20339,13-238 442,-2-268 2984,-12 364-2098,3 198-1987,2 0 1,0-1 0,1 1 0,2-1-1,0-1 1,0 1 0,14 22 0,-2 2 6,121 264 45,-100-230-46,93 133-1,-129-206-6,49 59-35,-49-60 25,0 0 0,1 0 0,-1-1-1,1 0 1,0 0 0,0 0 0,0 0 0,0-1 0,1 0 0,-1 0 0,1-1 0,6 2 0,-9-3 7,1 0 1,-1 0 0,0 0 0,1-1-1,-1 1 1,0-1 0,0 0-1,1 0 1,-1 0 0,0 0 0,0-1-1,0 1 1,0-1 0,-1 0-1,1 0 1,0 0 0,-1 0-1,1 0 1,-1 0 0,0-1 0,0 1-1,0-1 1,0 0 0,2-4-1,6-9 6,-1 0-1,0-1 1,6-21-1,-10 24 2,18-50 29,-2-1-1,-4-2 1,-2 1 0,10-122 0,-13-275 8,-13 350-79,2 72-28,0 21-112,-1-1 0,-1 1 0,-1-1 0,-4-20 0,6 39 89,-1 1 0,1-1 0,-1 1 0,1 0 0,-1-1 0,1 1-1,-1-1 1,0 1 0,0 0 0,0 0 0,1-1 0,-1 1 0,0 0 0,-1 0 0,0-1 0,1 2-25,1 0 0,-1-1 0,0 1 1,0 0-1,1 0 0,-1 0 0,0 0 0,0 0 0,1 0 0,-1 0 0,0 0 0,1 0 1,-1 0-1,0 1 0,1-1 0,-1 0 0,0 0 0,1 1 0,-1-1 0,0 0 0,1 1 0,-1-1 1,0 1-1,1-1 0,-1 1 0,1-1 0,-1 1 0,1-1 0,-1 1 0,1-1 0,0 1 0,-1 0 1,1 0-1,-28 51-6358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2.8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17384,'0'0'1136,"3"32"393,1 2-1006,1 21 712,20 90 1,22 57 1181,-40-187-1422,1-23-510,6-29-219,-13 33-214,79-237 204,-60 201-232,-20 39-22,1 1 1,-1-1-1,1 0 0,-1 1 1,1-1-1,-1 1 0,1-1 1,0 1-1,-1-1 0,1 1 1,0-1-1,-1 1 0,1-1 1,0 1-1,0 0 0,-1 0 1,1-1-1,0 1 0,0 0 1,0 0-1,-1 0 0,1 0 1,0 0-1,0 0 0,0 0 1,0 0-1,-1 0 0,1 0 1,0 0-1,0 1 0,0-1 1,-1 0-1,1 0 0,0 1 1,0-1-1,-1 1 0,1-1 1,0 1-1,-1-1 0,1 1 1,-1-1-1,1 1 0,0-1 1,-1 1-1,1 0 0,-1-1 1,1 2-1,4 6 38,0 1 0,-1 0 1,0 0-1,-1 0 0,1 0 0,-2 1 1,1-1-1,-2 1 0,1 0 0,-1-1 0,0 1 1,-2 10-1,1-20-39,1 0 1,-1 0 0,0-1-1,0 1 1,0 0-1,0 0 1,0-1-1,0 1 1,0 0-1,0 0 1,1 0-1,-1-1 1,0 1-1,0 0 1,0 0-1,0 0 1,1-1 0,-1 1-1,0 0 1,0 0-1,0 0 1,1 0-1,-1 0 1,0 0-1,0 0 1,1-1-1,-1 1 1,0 0-1,0 0 1,1 0-1,-1 0 1,0 0 0,0 0-1,1 0 1,-1 0-1,0 0 1,0 0-1,1 0 1,-1 0-1,0 0 1,0 1-1,1-1 1,-1 0-1,0 0 1,0 0 0,0 0-1,1 0 1,-1 0-1,0 1 1,0-1-1,0 0 1,1 0-1,-1 0 1,0 1-1,0-1 1,0 0-1,0 0 1,0 0-1,1 1 1,-1-1 0,0 0-1,0 0 1,0 1-1,0-1 1,0 0-1,0 0 1,0 1-1,0-1 1,0 1-1,16-20 15,57-95-431,-50 73 66,51-65 0,-62 166 2137,14 149-860,-25-204-1071,0 0 0,0 0 0,0 0 0,1 0 0,0-1 0,0 1 0,0 0 0,0-1 0,5 6 0,-6-8-182,1 0 1,-1 0-1,1-1 1,0 1-1,0-1 1,0 1-1,0-1 1,0 1-1,1-1 1,-1 0-1,0 0 1,0 0-1,4 1 1,22 0-6314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3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72 7780,'0'0'11882,"25"-3"-10470,9-1-921,-6 2 143,51-12-1,-78 13-581,0 1 0,1 0 1,-1 0-1,0-1 1,0 1-1,0 0 0,1-1 1,-1 0-1,0 1 0,0-1 1,0 1-1,0-1 0,0 0 1,0 0-1,0 0 0,0-1 1,0 2-41,-1-1 1,0 1 0,0-1 0,0 1-1,0-1 1,0 1 0,0-1 0,0 1-1,1-1 1,-2 1 0,1-1 0,0 1-1,0-1 1,0 1 0,0-1 0,0 1-1,0-1 1,0 1 0,-1-1 0,1 1-1,0-1 1,0 1 0,-1-1 0,1 1-1,-1-1 1,-1-1-10,0 0 0,0 0 1,0 1-1,0-1 0,0 0 0,0 1 0,-1 0 0,1-1 0,-1 1 0,1 0 0,-1 0 1,-4 0-1,-4-2 199,0 2 0,0 0 0,0 0 0,0 1 1,0 0-1,-18 3 0,26-2-98,0 0 0,0 0-1,-1 0 1,1 0 0,0 0 0,0 0 0,0 1-1,0-1 1,0 1 0,1 0 0,-1 0-1,0 0 1,1 0 0,-1 1 0,1-1 0,0 1-1,0-1 1,0 1 0,0 0 0,0 0 0,1 0-1,-1 0 1,1 0 0,0 0 0,-2 6 0,0 13 33,0 1 0,1 0 1,1-1-1,1 1 1,2 0-1,0-1 0,7 32 1,-7-47-197,0 1 0,0-1 1,1 1-1,0-1 0,0 0 1,1 0-1,0 0 0,1 0 1,-1-1-1,1 0 0,0 0 1,1 0-1,-1-1 0,1 1 1,0-1-1,0-1 0,14 8 1,-14-9-506,0 0 1,1 0-1,0-1 0,0 0 1,0-1-1,-1 1 1,1-1-1,1-1 1,-1 1-1,0-1 1,0-1-1,0 1 1,9-3-1,33-12-8400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3.4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15575,'0'0'2820,"23"28"-1966,3 1-603,-2-1 92,0 1 0,-2 0 0,-2 2 0,23 43 0,-31-50 123,-2 0-1,0 1 1,-1 1 0,-2-1-1,-1 1 1,-1 0 0,-1 1-1,-1-1 1,-1 1 0,-3 38-1,0-60-380,1 0 0,-1 0-1,-1 0 1,1-1 0,-1 1-1,1 0 1,-1-1 0,-1 1-1,1-1 1,-1 0 0,1 0-1,-1 0 1,-1 0 0,1 0-1,0-1 1,-1 1 0,0-1-1,1 0 1,-1 0 0,-1-1-1,1 1 1,0-1 0,-1 0-1,1 0 1,-1 0 0,-5 1-1,-2 1-317,0-1-1,0 0 0,-1-1 1,1-1-1,-1 0 0,0 0 1,1-2-1,-1 1 0,-15-4 1,27 4 72,0 0 1,1-1-1,-1 1 0,0-1 1,0 1-1,1 0 1,-1-1-1,0 0 0,1 1 1,-1-1-1,0 1 1,1-1-1,-1 0 1,1 0-1,-1 1 0,1-1 1,-1 0-1,1 0 1,0 1-1,-1-1 0,1 0 1,0 0-1,0 0 1,-1 0-1,1 0 1,0 1-1,0-1 0,0-2 1,0 1-530,0-1 1,0 0-1,1 1 0,-1-1 1,0 1-1,1-1 0,-1 1 1,1-1-1,0 1 0,1-3 1,22-23-10186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3.7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41 13286,'0'0'7790,"-7"22"-6189,-21 71-542,27-90-997,0 1-1,0 0 1,1-1-1,0 1 0,0 0 1,0-1-1,0 1 1,0 0-1,1-1 1,0 1-1,0-1 1,0 1-1,0-1 1,0 1-1,1-1 0,-1 0 1,1 0-1,0 1 1,0-1-1,0 0 1,0-1-1,1 1 1,-1 0-1,1-1 1,0 1-1,0-1 0,-1 0 1,2 0-1,-1 0 1,0 0-1,6 2 1,-6-2 40,1 0-1,0-1 1,0 1 0,0-1 0,0 0 0,0 0-1,0 0 1,1-1 0,-1 1 0,0-1 0,0 0-1,0 0 1,1 0 0,-1-1 0,0 0 0,0 1 0,0-2-1,0 1 1,0 0 0,0-1 0,0 1 0,0-1-1,4-3 1,-3-2-71,-1 1 1,0-1-1,0 0 0,0 0 0,-1 0 0,0 0 0,0-1 1,-1 1-1,0-1 0,-1 1 0,1-1 0,-1 0 0,-1 0 1,1 1-1,-2-1 0,1 0 0,-1 0 0,-2-12 0,2 17-101,0 1 0,0-1 0,0 0 0,-1 1 0,1-1 0,-1 1 0,1-1 0,-1 1 0,0 0 0,0 0 0,0 0 0,-2-2 0,-12-14-2366,9-8-3857,7 4-1425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4.2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12774,'0'0'7038,"13"26"-5352,41 87-152,-48-100-1146,0 1-1,-1 0 1,4 19 0,-8-28-184,0 1 0,0-1-1,1-1 1,0 1 0,0 0 0,5 9-1,-6-14-178,0 1-1,0 0 1,-1 0-1,1-1 0,0 1 1,0 0-1,0-1 1,0 1-1,0-1 1,0 1-1,0-1 1,0 0-1,0 1 1,0-1-1,0 0 0,0 0 1,0 1-1,0-1 1,0 0-1,1 0 1,-1 0-1,0-1 1,0 1-1,0 0 0,0 0 1,0 0-1,0-1 1,0 1-1,1-1 1,28-14 42,-19 8-164,-1 0 1,0 0-1,0-1 1,-1 0-1,9-11 1,-15 15 41,-1 1 0,1 0 1,-1-1-1,0 0 0,0 0 0,-1 1 1,1-1-1,-1 0 0,0 0 1,0 0-1,0-1 0,0 1 1,-1 0-1,0 0 0,0 0 1,0-1-1,0 1 0,-1 0 1,0-5-1,-1 6 109,0-1 1,0 0-1,0 1 0,-1 0 1,1-1-1,-1 1 0,0 0 1,0 0-1,0 0 0,0 1 1,0-1-1,-1 1 0,1-1 1,-1 1-1,1 0 0,-1 1 1,0-1-1,0 1 0,0-1 1,0 1-1,0 0 0,0 1 1,0-1-1,0 1 1,0 0-1,-8 0 0,10 1 10,1 0 0,-1 1 0,1-1 0,-1 1 1,1-1-1,0 1 0,-1-1 0,1 1 0,0 0 0,0 0 0,0-1 0,0 1 0,1 0 0,-1 0 0,0 0 0,1 0 0,-1 0 0,1 0 0,0 0 1,0 0-1,-1 3 0,-1 50 784,2-48-718,0 11 41,-1-9-10,1 0 1,0 0-1,1 1 1,0-1-1,4 17 1,-4-23-228,0-1 0,0 0 1,0 1-1,1-1 0,-1 0 1,1 0-1,-1 0 0,1 0 0,0 0 1,-1 0-1,1 0 0,0-1 0,0 1 1,0-1-1,1 1 0,-1-1 0,0 0 1,1 0-1,-1 0 0,0 0 0,1 0 1,-1 0-1,1-1 0,-1 1 0,1-1 1,2 0-1,50 1-6222,-19-1-78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4.4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133 1 10485,'0'0'13521,"11"25"-12660,6 11-626,5 8 541,27 75 1,-47-110-576,0-1 0,0 1 1,0 0-1,-1 0 0,-1 0 0,0 13 0,0-20-186,0 0 0,0 1 0,0-1-1,0 0 1,-1 0 0,1 1-1,-1-1 1,0 0 0,0 0 0,1 0-1,-1 0 1,-1 0 0,1 0 0,0 0-1,0 0 1,-1 0 0,1-1-1,-1 1 1,0 0 0,1-1 0,-1 1-1,0-1 1,0 0 0,0 0-1,0 0 1,0 0 0,0 0 0,-3 1-1,-3 0-250,0-1-1,0 0 0,0 0 1,0-1-1,0 0 0,0 0 1,0-1-1,-10-2 1,7 1-952,0-1 0,1-1 0,-1 0 0,1-1 0,-13-7 0,-22-16-7000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34.5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23179,'0'0'0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4.4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0 643 448,'0'0'5037,"6"7"-4346,3 4-366,16 21 1012,-20-21 3685,1 8-2457,4 10 10,-9-34-2187,0 0 0,1 1 0,-2-1 0,1 0 0,0 0 0,-1 0 0,-1-9 0,1-7-5,43-531 3904,-34 522-3508,-9 29-763,0 1 0,0 0 0,1-1 0,-1 1 0,0 0 0,1 0 0,-1 0 0,0-1 0,1 1 0,-1 0 0,0 0 0,1 0 0,-1 0 0,1 0 0,-1 0 0,0 0 0,1-1 0,-1 1 0,0 0 0,1 0 0,-1 0 0,1 1 0,-1-1 0,0 0 0,1 0 0,-1 0 0,0 0 0,1 0 0,-1 0 0,1 0 0,-1 1 0,0-1 0,1 0 0,-1 0 0,0 1 0,0-1 0,1 0 0,4 6 10,0 0 0,0 0 0,-1 0 0,0 0 0,5 10 0,90 173 32,-58-104-31,5-2-1,86 121 1,-124-194-25,-5-5 0,0 0 1,0-1-1,1 1 0,0-1 0,0 0 0,0 0 1,0 0-1,0-1 0,1 1 0,-1-1 0,1 0 0,0-1 1,0 1-1,6 1 0,-10-4 5,1 0 1,-1-1-1,1 1 0,-1 0 0,1-1 1,-1 0-1,1 1 0,-1-1 1,0 0-1,0 0 0,1 0 1,-1 0-1,0 0 0,0 0 0,0 0 1,0 0-1,0 0 0,0 0 1,0-1-1,0 1 0,0 0 1,-1-1-1,1 1 0,-1-1 0,1 1 1,-1-1-1,1-1 0,15-51 169,-13 44-148,15-81 37,-3-1 0,-4-1 0,-5 1 0,-8-162 1,-3 203-659,4 44-2928,19 32-14522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4.9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1 374 14759,'0'0'2590,"11"31"-2003,0 5-355,-4-12-29,2 0 1,0-1 0,1 0 0,1 0-1,26 37 1,-21-37 202,-2 2-1,0 0 1,-1 0-1,16 50 1,-33-190 2681,-26-62-2706,15 99-153,-9-125 0,24 185-214,-2 3-2,2 0 1,0-1 0,1 1 0,1-1-1,3-18 1,-3 29-13,-1 1-1,1 0 1,0 0 0,0 0-1,0-1 1,1 2 0,-1-1-1,1 0 1,0 0 0,0 1-1,0 0 1,1 0 0,-1 0 0,1 0-1,0 0 1,0 0 0,0 1-1,0 0 1,0 0 0,0 0-1,9-2 1,-4 1-8,1 0 0,-1 0 1,1 1-1,0 1 0,0 0 0,0 0 0,0 1 1,0 0-1,0 1 0,0 0 0,0 0 0,0 1 1,0 0-1,9 5 0,-13-5 3,-1 1 0,0 0 0,0 0-1,0 0 1,0 1 0,0 0 0,-1 0 0,0 0 0,1 1 0,-2-1-1,1 1 1,0 0 0,-1 0 0,0 0 0,0 0 0,-1 1 0,1-1 0,-1 1-1,0 0 1,-1 0 0,1 0 0,-1-1 0,-1 1 0,1 8 0,0-5 32,-2 1 0,1-1 0,-1 0 1,0 1-1,-1-1 0,0 0 0,-1 0 1,0 0-1,0 0 0,-1-1 0,0 1 1,0-1-1,-1 0 0,0 0 0,-1-1 1,0 1-1,0-1 0,0 0 0,-1-1 1,0 0-1,0 0 0,-1 0 0,-8 5 1,-4 1-114,0-1 0,-1-1 1,0 0-1,0-1 0,-1-2 0,0 0 1,0-1-1,-31 3 0,50-8-2670,11-1-2737,35 0-5157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5.2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153 2 416,'0'0'18611,"-25"15"-17391,-8 6-572,-33 27 0,63-46-583,1 0 0,0 0-1,0 0 1,0 1 0,0-1 0,0 1-1,0-1 1,0 1 0,1 0 0,-1-1-1,1 1 1,0 0 0,0 0-1,0 0 1,0 0 0,1 0 0,-1 0-1,1 1 1,-1-1 0,1 0 0,0 0-1,1 0 1,-1 0 0,0 0 0,1 0-1,0 1 1,1 2 0,0-1-18,0 0 1,1 0 0,-1 0 0,1 0-1,0-1 1,0 1 0,1-1-1,0 0 1,-1 0 0,1 0 0,5 3-1,-5-4-149,0 0 0,0 0 0,1-1 1,-1 1-1,1-1 0,-1 0 0,1-1 0,0 1 0,-1-1 0,1 0 0,0 0 0,0 0 0,0 0 0,0-1 0,0 0 0,0 0 0,0-1 0,9-1 0,-11 1-7,0 0 0,0-1 0,1 0 0,-1 1 0,0-1 0,-1 0 1,1-1-1,0 1 0,-1 0 0,1-1 0,-1 1 0,0-1 0,0 0 0,0 0 0,0 0 0,0 0 0,0 0 0,-1 0 0,0 0 0,0-1 0,0 1 0,0-1 0,0 1 0,0 0 0,-1-1 0,0-5 0,2-6 156,-2 0 0,0 0 0,-1 0 1,-5-29-1,-15-22 3294,24 79 911,11 24-4248,-1-15 62,0 0-267,0-1 1,2-1-1,23 27 0,-31-41-392,-1 0 0,1 0 0,1-1-1,-1 0 1,11 5 0,-11-6-491,1-1 1,-1 0-1,1-1 1,0 0-1,0 0 1,14 1 0,37-1-8477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5.6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196 464 11829,'0'0'5811,"-26"12"-4023,-6 4-1052,-41 26 0,69-39-623,0 0 0,1 1 0,0 0-1,0-1 1,0 1 0,0 1 0,0-1-1,1 0 1,0 0 0,0 1 0,0 0-1,0-1 1,1 1 0,-1 0 0,1 0-1,1 0 1,-1-1 0,1 1 0,-1 0 0,2 0-1,-1 0 1,0 0 0,1 0 0,2 6-1,-2 15 233,-1-23-310,0 1 0,0 0 0,0 0-1,1-1 1,-1 1 0,1 0 0,0-1-1,0 1 1,0-1 0,0 1 0,1-1-1,0 1 1,-1-1 0,1 0 0,0 0-1,1 0 1,-1 0 0,4 4 0,-2-5-39,0 1 0,0-1 0,0 0 0,0 0 0,0 0 0,1 0 0,-1-1 0,1 0 0,-1 0 0,1 0 0,0 0 0,-1-1 0,1 0 0,5 0 0,-7 0-79,-1-1 1,1 0 0,0 1 0,-1-1 0,1 0 0,0 0 0,-1 0 0,1 0-1,-1-1 1,0 1 0,1-1 0,-1 1 0,0-1 0,0 0 0,0 0-1,0 0 1,0 0 0,-1 0 0,1 0 0,-1-1 0,1 1 0,-1 0-1,0-1 1,0 1 0,0-1 0,0 0 0,0 1 0,0-1 0,-1 0-1,1-4 1,2-12-553,-1 0 0,0-1 0,-2-23 0,0 32 327,-1-16-198,-1-1 1,-2 0-1,-1 0 0,0 1 0,-13-33 0,-58-130 680,8 25 1943,62 141-1153,2 7 444,5 29 1574,3 4-2740,1 1-1,1-1 0,0-1 1,1 1-1,1-1 0,13 20 1,4 8 8,12 28-36,67 115-863,-102-182 337,0-1 1,1 0-1,0 0 0,-1 0 1,1 0-1,0 0 0,5 3 1,-5-4-303,0-1 1,0 1-1,-1-1 1,1 0-1,0 0 1,0 0-1,0 0 1,0-1-1,0 1 1,5-1-1,18 1-7349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6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12310,'0'0'1174,"5"25"554,49 196 2522,-47-188-3378,-6-26-551,0 1-1,1-1 1,0 0 0,0 0 0,5 10-1,-4-16-235,-1 0 0,0 0-1,1-1 1,-1 1 0,1 0-1,-1-1 1,1 0 0,0 0-1,-1 0 1,1 0 0,-1 0-1,6-1 1,0 0-17,130-19-2568,-138 20 2587,0 0-1,0 0 1,-1 0 0,1 0-1,0 0 1,0 0-1,0 0 1,0 0 0,0 0-1,0 0 1,0 0 0,0 0-1,-1 0 1,1 0 0,0-1-1,0 1 1,0 0 0,0 0-1,0 0 1,0 0 0,0 0-1,0 0 1,0 0 0,0 0-1,0 0 1,-1 0-1,1 0 1,0-1 0,0 1-1,0 0 1,0 0 0,0 0-1,0 0 1,0 0 0,0 0-1,0 0 1,0 0 0,0-1-1,0 1 1,0 0 0,0 0-1,0 0 1,0 0 0,0 0-1,0 0 1,0 0-1,0 0 1,0-1 0,0 1-1,0 0 1,1 0 0,-2 0-67,0 0 0,1 0 0,-1 0 1,0 0-1,1 0 0,-1 0 1,0 0-1,1 0 0,-1 1 0,0-1 1,1 0-1,-1 0 0,0 0 0,1 1 1,-1-1-1,1 0 0,-1 1 0,1-1 1,-1 1-1,1-1 0,-1 1 1,1-1-1,-1 1 0,1-1 0,0 1 1,-1 0-1,-3 8 95,0-1-1,1 1 1,0 0 0,1 0-1,0 0 1,0 0 0,1 0-1,0 1 1,0-1 0,1 0-1,2 16 1,-1 1 38,-1-22-244,0-1 1,0 0-1,0 0 1,1 0-1,-1 0 1,1 1 0,0-1-1,0 0 1,0 0-1,1 0 1,-1-1-1,0 1 1,1 0 0,0 0-1,0-1 1,0 1-1,0-1 1,0 0-1,1 1 1,-1-1-1,0 0 1,1 0 0,0-1-1,-1 1 1,1-1-1,0 1 1,0-1-1,6 2 1,3 1-1617,1-2 0,0 1 0,0-1 0,0-1 0,21-1 0,4-5-2954,1-18-1432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6.4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0 9989,'0'0'11399,"2"19"-10948,0-2-382,1 0 0,0 0-1,2-1 1,0 1 0,0-1 0,2 0-1,14 27 1,-19-40-62,51 93 364,-48-85-189,-1-1-1,-1 1 1,0 0 0,0 0 0,-1 0 0,0 0 0,0 18 0,-2-26-115,-1 1 0,0-1 0,1 1 0,-1-1 1,0 1-1,-1-1 0,1 1 0,-1-1 0,1 0 0,-1 0 1,0 0-1,0 0 0,0 0 0,-1 0 0,1-1 1,-1 1-1,1-1 0,-1 0 0,0 1 0,0-1 0,0 0 1,0-1-1,0 1 0,0-1 0,-6 3 0,-12 3-161,1 0-1,-1-2 1,-26 5-1,24-6-654,-7 1-3875,3-4-5492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7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0 512 8820,'0'0'9586,"1"-28"-7916,-1-5-1174,1-20 691,8-63 1,0-109 3856,-8 225-5030,-1 0-1,0 1 0,0-1 0,0 0 1,1 0-1,-1 1 0,0-1 0,0 0 0,1 0 1,-1 1-1,0-1 0,1 0 0,-1 0 1,0 0-1,1 0 0,-1 0 0,0 0 0,0 1 1,1-1-1,-1 0 0,0 0 0,1 0 1,-1 0-1,0 0 0,1 0 0,-1 0 0,0 0 1,1 0-1,-1-1 0,0 1 0,1 0 1,-1 0-1,0 0 0,1 0 0,-1 0 0,0-1 1,1 1-1,-1 0 0,0 0 0,0 0 1,1-1-1,-1 1 0,0 0 0,0 0 0,0-1 1,1 1-1,-1 0 0,0 0 0,0-1 0,0 1 1,0 0-1,0-1 0,1 1 0,-1 0 1,0-1-1,0 1 0,0 0 0,0-1 0,0 1 1,0 0-1,0-1 0,0 1 0,0 0 1,-1-1-1,22 26-35,43 63 67,3-4 0,4-3 0,3-2-1,96 77 1,-159-147-44,0 0-1,1-1 0,-1-1 0,2 0 1,-1-1-1,17 6 0,-25-10 6,0-1-1,1 0 0,-1 0 1,1 0-1,-1 0 0,1-1 1,0 0-1,-1 0 1,1 0-1,-1 0 0,1-1 1,-1 0-1,1 0 0,-1 0 1,1 0-1,-1-1 0,0 0 1,1 0-1,-1 0 1,0 0-1,-1-1 0,8-5 1,2-5 18,0 0 0,-1-1 0,0 0 0,-1 0 0,-1-2 0,-1 1 0,0-1 0,-1-1 0,0 1 1,8-29-1,-8 15-5,-1-1 0,-1 0 0,-2 0 0,0 0 0,-3-45 0,0 68-152,-2 0 0,1-1 0,-1 1 1,0 0-1,-1 0 0,1 0 1,-2 0-1,1 0 0,-1 0 1,-1 0-1,1 1 0,-1-1 0,0 1 1,-1 0-1,0 0 0,0 1 1,0 0-1,-1-1 0,0 2 1,0-1-1,-1 1 0,-13-9 0,6 9-2702,7 5-4865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7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14887,'0'0'3994,"9"36"-2548,-2-5-1075,9 34 712,38 103 0,8 17 671,5 13-136,-46-161-1294,-21-36-318,1-1 0,-1 1 0,1 0 0,-1-1 0,1 1 0,-1-1 0,1 0 0,-1 1 1,1-1-1,-1 1 0,1-1 0,-1 0 0,1 1 0,-1-1 0,1 0 0,0 0 0,-1 1 0,1-1 0,0 0 0,-1 0 0,1 0 1,0 0-1,-1 0 0,1 0 0,0 0 0,-1 0 0,1 0 0,0 0 0,-1 0 0,1 0 0,0-1 0,-1 1 0,1 0 0,0 0 0,-1-1 1,1 1-1,-1 0 0,1-1 0,-1 1 0,1-1 0,-1 1 0,1-1 0,-1 1 0,1-1 0,-1 1 0,0-1 0,1 1 0,-1-1 1,0 1-1,1-1 0,-1 0 0,0 1 0,0-1 0,1 0 0,-1 1 0,0-1 0,0 0 0,0 1 0,0-2 0,27-86-71,-23 67 8,2 0 0,1 0 0,0 1 1,19-36-1,-24 54 77,-1-1 1,0 1 0,1 0-1,-1 0 1,1 0 0,-1 0-1,1 0 1,0 0 0,0 1-1,0-1 1,0 1-1,0-1 1,0 1 0,0 0-1,1-1 1,-1 1 0,0 0-1,1 1 1,-1-1 0,1 0-1,-1 1 1,1-1-1,-1 1 1,1 0 0,-1 0-1,1 0 1,0 0 0,-1 0-1,1 1 1,-1-1 0,1 1-1,-1-1 1,4 3-1,-1-1 17,0 1 0,-1-1 0,1 1 0,-1 0 0,0 1 0,0-1 0,0 1 0,0 0 0,-1 0 0,0 0 0,1 0 0,-2 0 0,1 1 0,3 7 0,14 49 30,-17-50-338,-1 0-1,2-1 1,-1 1-1,1-1 1,1 0-1,0 0 0,0 0 1,8 9-1,-11-17-93,-1 0 0,1-1 0,0 1 0,0-1 0,-1 1 0,1-1 0,0 0 0,0 0 0,0 0 0,0 0 0,4 1 0,16 1-5339,13-3-6272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7.7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15351,'0'0'5346,"-9"134"-4753,26-101-273,-2-4-320,2-11-784,9-10-1650,2-8-2032,4 0-3553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8.0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13958,'0'0'2919,"30"28"-1452,97 97-469,-98-95-427,-2 1-1,26 38 1,-41-51-189,-2 1 0,0 0 1,-1 0-1,10 30 0,-15-36 19,0 1 0,-1 0 0,1 20-1,-3-31-321,-1 0 0,1 0 0,-1-1 0,0 1 0,0 0 0,0 0 0,0 0 0,-1 0 0,1-1 0,-1 1 0,0 0 0,0 0-1,0-1 1,0 1 0,0 0 0,0-1 0,-1 1 0,1-1 0,-1 0 0,0 1 0,1-1 0,-1 0 0,-3 2 0,-9 2-97,-1-1 1,0-1 0,0 0-1,0-1 1,0 0 0,-1-2-1,1 0 1,-1 0 0,-18-3-1,12 2-1228,20-4-2359,7-11 695,19-11-3933,19-6-3385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8.2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83 121 10181,'0'0'10975,"-14"22"-9150,-39 72-296,50-89-1404,1 0 0,0 0 0,0 1 0,0-1 0,1 0 0,0 1 0,0-1 0,0 1 0,1 0 0,-1-1 0,1 1 0,1 6 0,0-9-76,0 0-1,-1 0 1,1 0 0,0 0-1,1 0 1,-1 0-1,1 0 1,-1-1 0,1 1-1,0 0 1,0-1-1,0 1 1,0-1 0,0 0-1,0 0 1,4 2-1,-3-1-28,0-2-1,1 1 0,0 0 0,-1-1 0,1 1 0,0-1 1,0 0-1,-1 0 0,1-1 0,0 1 0,0-1 0,0 0 1,0 0-1,0 0 0,0 0 0,0-1 0,0 0 0,0 0 0,0 0 1,-1 0-1,1 0 0,0-1 0,-1 1 0,1-1 0,-1 0 1,1 0-1,5-5 0,-2 0 1,0 0-1,0 0 1,-1-1 0,1 0-1,-1 0 1,-1 0 0,0 0-1,0-1 1,-1 0 0,0 0 0,0-1-1,-1 1 1,3-16 0,-1-5-53,-1-1 1,-2 0 0,-1-32 0,-1 58 0,0 0 1,-1 0-1,1-1 1,-1 1-1,0 0 1,-3-8-1,3 11-126,1 1-1,-1 0 1,1-1-1,-1 1 1,0 0-1,0 0 0,0 0 1,0 0-1,0-1 1,0 1-1,0 0 1,0 0-1,0 1 1,0-1-1,0 0 1,0 0-1,-1 1 1,1-1-1,0 0 1,-1 1-1,1-1 1,0 1-1,-1 0 1,1-1-1,-1 1 0,-2 0 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28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291 33 5218,'0'0'12246,"-28"-6"-10245,-85-16-467,63 18-145,48 4-1325,0 0 0,0 0 0,1 0 0,-1 0 0,0 1-1,0-1 1,1 1 0,-1-1 0,0 1 0,1 0 0,-1 0 0,1 0 0,-3 1-1,3 0-27,0 0-1,0 0 0,-1 0 0,2 1 0,-1-1 1,0 0-1,0 1 0,1-1 0,-1 1 1,1-1-1,0 0 0,-1 1 0,1-1 0,0 1 1,1-1-1,-1 1 0,1 3 0,0 15-76,-1-11 64,1 0-1,0 0 1,1 0-1,0 0 1,1 0 0,0-1-1,1 0 1,-1 1-1,10 13 1,5 8 42,33 39 0,-35-50 3,-1 1 0,0 0 0,-2 0 0,14 32 0,-26-50-15,0-1 1,0 0-1,0 1 0,0-1 0,-1 1 0,1-1 0,-1 1 0,0 0 1,0-1-1,0 1 0,0-1 0,-1 6 0,1-7 6,-1 0-1,1 0 1,-1 0 0,1 0 0,-1 0-1,0 0 1,1 0 0,-1 0-1,0 0 1,0 0 0,0 0 0,0-1-1,0 1 1,0 0 0,0 0-1,0-1 1,0 1 0,0-1 0,-2 1-1,-4 1 241,-1 0 1,1-1-1,-1 0 0,0-1 1,0 0-1,-14-1 0,-3-1-153,-45-3 508,2 0-3325,59 5-2155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3:45.4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1202 260 7395,'0'0'6158,"5"-5"-5678,14-14 182,-14 14 1040,-82 5-691,-102 2 298,149 0-1128,0 2 0,0 1 0,-55 16 0,28 0 5,1 2-1,1 3 1,1 2 0,1 2 0,2 3-1,1 1 1,-54 50 0,55-41 22,-79 87 1,113-111-184,0 0 0,1 2 0,1-1 0,1 2 0,1-1 0,1 2 1,1-1-1,-7 28 0,7-7-3,1-1-1,3 2 1,1-1-1,2 0 1,2 1 0,2-1-1,2 1 1,14 64 0,-5-35-13,12 48 33,-20-108-46,-1 1 0,2-1 0,-1 0 0,2 0 0,0-1 1,14 19-1,0-5 21,2-1 1,1-1 0,1-2 0,44 32-1,122 64 68,-99-69-64,1-4 1,150 49-1,-83-52-56,-102-29 21,-1 2 0,76 32 0,-98-30 3,-26-12 12,0-1 0,0 1 0,1-1 0,0-1-1,-1 0 1,1 0 0,0-1 0,12 1 0,130 4 18,-57-4-2,119 20 0,229 37 61,-357-51-60,328 28 52,38-32-99,-61-2-1,-290-1 54,0-4 0,111-17 0,-151 9-9,-1-2-1,0-3 0,-1-2 1,97-44-1,-111 39-9,2 0 16,95-33 1,-112 47-15,0-2-1,-1-1 0,0-2 1,-1 0-1,-1-2 1,0-1-1,-1-2 0,-1 0 1,37-35-1,199-200-102,-238 229 90,-1-1 1,0-1-1,-2-1 0,-2 0 1,0-2-1,-2 0 0,-1 0 0,-1-2 1,-2 0-1,-1 0 0,-1-1 1,-2-1-1,6-45 0,1-40 9,-3 34 4,2-162-1,-16 235-6,1-1-1,-2 1 1,0 0-1,0 0 1,-1 0-1,-1 0 1,1 1-1,-2 0 1,1 0-1,-2 0 1,1 1-1,-1-1 1,-1 2-1,-15-16 1,-13-10-3,-2 2 0,-45-30 0,61 47 3,-59-48-16,-30-21-39,95 74 47,-1 1-1,1 1 1,-2 0 0,1 1 0,-31-7 0,-173-24-42,-9-1 105,-520-99-16,572 109-27,-145 1 21,12 1-45,242 17 14,-133-23-11,-320-9 0,364 41 20,-171 3-27,260 4 7,-100 22 0,27-3 40,-37 9-33,-293 96-1,453-124 3,-16 6 3,0 1-1,1 1 1,1 2 0,-59 38-1,79-45 51,-1 1 0,1 0 0,1 1 0,0 0 0,0 1 0,1 1 0,1-1 0,0 2 0,1 0 0,0 0 0,1 0 0,0 1 0,-5 17 0,1-4 134,9-22-83,0 0 0,1-1 0,0 1 0,0 0 0,0 0 0,-1 10 0,3-15 358,-29 7-1932,14-8-3922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3:47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1 11957,'0'0'3026,"5"22"-2407,7 33-26,45 248 1660,-48-162-353,-15 220 0,5-342-1822,-1 26 173,-10 51-1,10-85-204,0-1-1,-1 0 1,0 1 0,-1-1 0,0 0 0,0-1-1,-1 1 1,0-1 0,-1 0 0,-11 14 0,16-22-7,1-1 1,-1 1 0,0-1 0,0 1-1,0-1 1,1 1 0,-1-1 0,0 1-1,0-1 1,0 0 0,0 1 0,0-1-1,0 0 1,0 0 0,0 0 0,0 0 0,0 0-1,0 0 1,0 0 0,0 0 0,1 0-1,-1 0 1,0 0 0,0-1 0,0 1-1,0 0 1,0-1 0,0 1 0,0-1-1,0 1 1,1-1 0,-1 1 0,0-1-1,0 0 1,1 1 0,-1-1 0,0 0-1,1 1 1,-1-1 0,0-1 0,-1-1 41,0 1 0,0 0 0,1-1 0,-1 1 0,1-1 1,-1 0-1,1 1 0,0-1 0,0 0 0,0 0 0,-1-6 1,3 8-71,0 0 1,-1 0 0,1 0 0,0-1-1,0 1 1,-1 0 0,1 0 0,0 0-1,0 0 1,0 1 0,0-1 0,0 0-1,1 0 1,-1 1 0,0-1-1,0 0 1,0 1 0,1-1 0,-1 1-1,0 0 1,1-1 0,-1 1 0,2 0-1,40-9-27,-36 8 33,60-6-12,123 1 0,-151 6-47,-38 0-62,-17 0-312,-79-2 304,38-1 151,-95 9-1,138 0 51,14-5-88,0-1 0,1 1 0,-1-1 1,1 0-1,-1 1 0,1-1 0,0 1 0,-1-1 0,1 0 0,-1 1 1,1-1-1,0 0 0,-1 0 0,1 0 0,-1 1 0,1-1 1,0 0-1,-1 0 0,1 0 0,0 0 0,-1 0 0,1 0 0,0 0 1,0-1-1,203 2 47,-205-1-52,-24 1-15,-1-2-1,1 0 1,-1-2 0,1 0-1,-43-13 1,3-5 53,-67-25 20,138 51 107,0 0 1,0 1 0,-1-1 0,0 1-1,0 1 1,0-1 0,5 11-1,2 2-24,174 262 124,-185-280-247,-1 0-1,1 0 1,0 0-1,0 0 1,0 0-1,-1 0 1,1 0-1,0 0 1,0-1-1,0 1 0,0 0 1,1-1-1,-1 1 1,0-1-1,0 1 1,0-1-1,0 0 1,1 1-1,-1-1 1,0 0-1,0 0 1,1 0-1,-1 0 1,0 0-1,0 0 1,0 0-1,1 0 1,-1 0-1,0-1 1,0 1-1,1 0 1,-1-1-1,0 1 0,0-1 1,0 0-1,0 1 1,0-1-1,0 0 1,2-1-1,4-4 97,1-1-1,-1 0 1,0-1-1,7-9 1,0 0-58,120-142 133,-132 157-404,0 0 1,1 1 0,-1-1 0,1 1 0,-1-1 0,1 1 0,0 0 0,0 0 0,-1 0 0,1 0 0,0 1 0,0-1 0,5 0 0,13-4-8217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18.3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10453,'0'0'1593,"0"29"-748,1 195 1612,-1-198-2073,2 0-1,1 0 0,1 0 0,1-1 0,2 1 0,14 39 1,-15-53-170,0-1 0,0 1 0,1-1 1,1 0-1,0 0 0,0-1 0,1 0 1,0-1-1,1 1 0,0-2 0,0 0 1,1 0-1,0-1 0,23 11 0,0-3 228,2-3 1,44 11-1,-14-5-1358,-65-17-1533,-7-12-10594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18.4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1 168 18969,'0'0'3329,"109"-31"-3329,-81 26-112,1-5-864,-9-11-1217,-5-7-1153,-15-8-1056,0-1-1953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18.6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1 233 7491,'0'0'13815,"17"-109"-13607,23 81-96,6-1-112,0 4-592,-3 6-1249,-5 4-1969,-10 7-2369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18.9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9204,'0'0'779,"16"32"931,53 103 454,7-3 1986,-11-16-414,-60-113-3114,-2-13-392,-1-18-150,-2 27-51,0-14-24,1-1 0,1 1 1,1 0-1,0-1 1,0 1-1,9-20 0,-10 30-1,0 1 0,0 0 0,0 0-1,0 0 1,1 1 0,-1-1 0,1 1-1,0-1 1,0 1 0,1 0 0,-1 0-1,1 0 1,-1 0 0,1 1 0,0 0-1,0-1 1,0 1 0,0 1 0,0-1-1,0 1 1,1-1 0,-1 1-1,1 0 1,-1 1 0,1-1 0,5 1-1,-5 0 62,0 0 0,-1 1-1,1 0 1,-1 0 0,1 0 0,-1 0-1,1 1 1,-1-1 0,0 1-1,0 0 1,0 1 0,0-1-1,0 1 1,0-1 0,-1 1-1,1 0 1,-1 1 0,0-1-1,0 1 1,4 5 0,4 8 137,-1 0 0,0 1 0,10 31 0,16 27-85,-34-74-185,-1 0-1,0-1 1,1 1-1,-1 0 1,0-1 0,1 1-1,0-1 1,-1 0-1,1 1 1,0-1-1,0 0 1,0 0-1,0 0 1,0 0 0,0 0-1,0-1 1,2 1-1,23 2-4397,-7-3-3453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19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3057,'0'0'6836,"41"170"-4659,2-79-401,0 10 353,-3 5-448,-6-6-544,-8-4-337,-9-11-576,-8-13-128,-6-7-96,-3-8-528,0-8-1185,-14-13-1376,-18-10-1185,-5-13-1409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19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0 267 10453,'0'0'10821,"55"-101"-10821,-24 70-160,-2-5-1441,-3-11-2833,-9-5-2753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20.0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 10261,'0'0'808,"12"22"91,3 7-452,35 67 292,-10-27 2717,-37-79 1335,0-59-3552,-3 62-1165,0 1 0,0-1 0,1 0 0,0 1 0,0-1 0,1 1 0,0-1 0,0 1 0,0 0 0,1 0 0,0 0 0,0 0 0,7-9 0,-4 9-69,-1 0-1,2 0 1,-1 0-1,1 1 1,0 0-1,0 0 1,0 1-1,1 0 1,-1 1-1,14-6 1,7 1-785,-1 2 1,1 0 0,0 2 0,1 1 0,53 1 0,-8 2-4890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5:59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22854 4744 9764,'0'0'2863,"-30"1"-1737,-180 4 720,-185 35 961,24-1-1825,-1526-2 149,744-102-1318,793 36 203,-1338-155-531,1099 111 392,207 28 201,-994-136-137,32 23 481,193 97-312,192 14 260,-559 25-400,-536 117 110,2038-94-88,-1079 19 253,830-21-295,-1438-102-446,1229 33 423,4-21 0,-491-161 0,860 216 118,2-4-1,2-5 1,-178-104-1,205 98 29,2-3 0,3-3 0,2-3 0,3-4 0,-67-79 1,55 47 144,-72-110 1,126 163-40,1-2 0,3-1-1,2-1 1,1 0 0,-18-70 0,-13-120 569,34 139-452,-50-154-1,-60-27-19,67 155 512,48 92-650,1 0 0,3 0 0,0-1-1,2-1 1,1 1 0,-1-39 0,1 14 191,-4 12-58,-2 0 0,-2 1 0,-2 1 0,-37-75 0,32 73-137,-10-24 250,32 72-388,1 1 0,0-1 0,0 1 0,0-1 0,0 0 0,0 1 0,0-1 0,1 0-1,2 1 1,12 12-51,179 205 10,-179-206 139,-17-15-85,0 0 0,1 0 0,-1 0 0,0-1-1,0 1 1,1 0 0,-1 0 0,0-1 0,0 1 0,-1 0 0,1-1 0,0 1 0,0 0 0,0 0 0,-1-1 0,1 1 0,-1 0 0,0-2 0,-15-40 26,-2 0 1,-2 1-1,-2 1 1,-41-60-1,23 39 4,33 50-106,-21-32 350,23 41-103,12 28-165,9 9-7,31 53 1,-4-9 155,-34-58-108,16 25 174,-45-66-151,-2 1 1,0 2 0,-2 0 0,0 1 0,0 1 0,-40-18-1,-56-39 390,118 72-447,0-1 0,1 0-1,-1 0 1,1 0 0,0 0 0,0 0 0,0 0 0,0 0 0,0 0 0,0-1-1,0 1 1,1 0 0,-1 0 0,1-1 0,0 1 0,-1-1 0,1 1 0,0 0-1,0-1 1,1 1 0,-1 0 0,0-1 0,1 1 0,0 0 0,-1-1 0,1 1-1,2-4 1,1-4-30,0 1 0,1-1-1,0 1 1,0 0 0,8-9 0,29-29-11,59-53 0,-60 63 49,-1-3 1,41-53-1,-80 90-65,-1 3 9,0 25-204,0-22 232,2 28 41,-2 0 1,-2-1-1,0 1 1,-2-1-1,-2 0 1,0 0-1,-14 38 1,-28 32 757,1-1 310,43-90-1169,0 1-1,1-1 1,0 1 0,0-1 0,1 1 0,-1 13-1,3-64-4820,0 18-1353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6:51.7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339 55 7892,'0'0'8825,"-2"-6"-8070,2 4-636,-1-1 0,1 1 0,-1 0 0,0-1 0,1 1-1,-1 0 1,0 0 0,0 0 0,-1 0 0,1 0 0,0 0 0,-1 0 0,1 0 0,-1 0 0,0 1 0,0-1 0,1 0-1,-1 1 1,0 0 0,0-1 0,0 1 0,-1 0 0,1 0 0,0 0 0,0 1 0,0-1 0,-1 0 0,1 1-1,-1-1 1,1 1 0,0 0 0,-1 0 0,1 0 0,-3 0 0,-1 0-67,0 0 1,0 0 0,1 0-1,-1 1 1,0-1-1,0 1 1,0 1-1,1-1 1,-1 1-1,1 0 1,-1 0-1,1 1 1,0 0 0,0 0-1,0 0 1,0 0-1,1 1 1,-1 0-1,1 0 1,0 0-1,0 0 1,-5 7-1,-8 12 111,1 1-1,0 0 0,2 1 1,1 1-1,1 0 0,1 1 1,-14 51-1,16-36 61,1 0 0,3 0 1,1 1-1,3 69 0,2-100-195,0-1 0,1 0 0,0 0 0,1 0 0,1 0 1,0 0-1,0 0 0,1-1 0,0 0 0,0 0 0,1-1 0,1 1 0,0-1 1,0 0-1,1-1 0,0 0 0,0 0 0,10 7 0,-5-6 10,-1 0-1,2-1 1,-1-1-1,1 0 1,0 0-1,0-2 1,0 0-1,1 0 1,0-1-1,0-1 1,0-1-1,30 2 1,-30-4-16,1 0 23,0 0 0,0-1 0,22-4 0,-32 3-29,-1 0 1,1 1-1,0-2 1,-1 1-1,1-1 1,-1 0-1,0 0 1,0 0-1,0-1 1,0 0-1,-1 0 0,7-7 1,7-12 23,0-1 0,-1-1 0,-2 0 0,0-1 0,-2-1 0,-1 0 0,-1-1 0,-1 0 0,-2-1 0,-1 0 0,-1 0 0,-1-1 0,-2 1 0,-1-1 0,-1 0 0,-5-46 0,1 66-11,0-1 1,-1 1-1,-1-1 0,0 1 0,0 1 0,-1-1 0,0 1 1,0 0-1,-1 0 0,0 1 0,-10-9 0,-15-20 3,22 23-22,2 2 39,-2 0 0,1 1 0,-20-18 0,25 26-38,-1-1-1,1 1 0,-1 1 1,0-1-1,0 1 1,0 0-1,0 0 1,0 0-1,0 1 0,0-1 1,-1 1-1,1 1 1,-1-1-1,-6 1 1,-2 0-12,0 2 1,0 0 0,0 1 0,0 0 0,0 1-1,0 0 1,1 1 0,0 1 0,0 0 0,0 1 0,1 0-1,0 1 1,0 1 0,-11 10 0,12-11 10,-61 52 195,67-55-167,0 0 0,0 1-1,1-1 1,0 1 0,0 0-1,0 1 1,0-1 0,1 0-1,0 1 1,-3 11-1,3 10-628,3-19-2198,0-1-3779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7:05.5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293 10 5106,'0'0'6369,"-8"-6"957,1 4-7769,0 1 486,-1 1 1,1 0 0,-1 0-1,1 1 1,-1 0 0,1 0 0,-1 1-1,1-1 1,0 2 0,0-1-1,0 1 1,0 0 0,0 1-1,1-1 1,0 1 0,-1 1-1,1-1 1,1 1 0,-1 0-1,1 0 1,0 1 0,0 0 0,-8 11-1,1 4 74,0 1-1,1 0 1,2 1-1,0 0 1,-7 31 0,-15 122 600,19 94-72,12-264-631,1 6 17,0 0 1,0 1-1,1-1 0,1 0 1,0-1-1,1 1 0,0 0 1,0-1-1,1 0 0,1 0 1,0-1-1,0 1 0,1-1 1,11 11-1,-12-13 11,1-1 0,0 0 1,1 0-1,0-1 0,0 0 0,0 0 0,0-1 1,1 0-1,0-1 0,0 0 0,1 0 1,-1-1-1,1 0 0,0-1 0,-1 0 0,1 0 1,16 0-1,2-2 37,-9 1-40,0-1 0,0-1-1,20-4 1,-32 3-15,0 0 1,-1 0-1,1 0 0,0-1 1,-1 0-1,1 0 0,-1-1 0,0 0 1,0 0-1,-1 0 0,10-10 0,-3 0 46,-1-1-1,-1 0 0,0-1 0,-1 0 1,0 0-1,-2-1 0,0 0 0,7-26 1,21-46 141,-24 61-174,-1 0 0,-1 0 0,-1-1 0,-1 0 0,-2-1 0,2-31 0,-4 20 57,-2-1-1,-6-68 0,4 105-72,0 0 0,0-1-1,-1 1 1,0 0-1,0 0 1,0 0 0,0 0-1,-1 1 1,0-1-1,-6-6 1,7 10-18,-4-36-3045,-9 4-2526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27.4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471 174 5891,'0'0'10172,"3"-22"-9254,9-68-96,-12 88-779,1 0 1,-1 0 0,0 0-1,0 0 1,0 0-1,0 0 1,0 0-1,-1 0 1,1 0-1,-1 0 1,1 0 0,-1 0-1,0 0 1,1 0-1,-1 1 1,0-1-1,-2-3 1,-19-3 313,14 7-231,-12-4 14,-1 1-1,0 2 1,1 0 0,-1 1-1,0 1 1,0 1-1,0 1 1,1 0 0,-1 2-1,1 0 1,-33 13 0,42-12-27,0 1 0,1 0 0,0 1 1,1 0-1,-1 0 0,1 1 0,0 1 1,1-1-1,0 2 0,1-1 1,0 1-1,0 0 0,1 0 0,0 1 1,1-1-1,0 1 0,-4 16 1,3-7-13,1 0 1,2 1 0,0 0 0,1-1 0,1 1 0,0 0-1,2 0 1,1 0 0,5 25 0,-3-30-28,0 0 1,2-1 0,0 0-1,0 0 1,2-1-1,-1 0 1,2 0-1,0-1 1,1 0 0,0 0-1,1-1 1,0 0-1,22 16 1,-17-14-152,1-2-1,1 0 1,1-1 0,-1 0 0,2-2 0,-1 0 0,1-2-1,0 0 1,42 8 0,-23-12-4469,-15-12-2705,-7-17-2914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28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11077,'0'0'827,"5"24"392,47 185 2490,-44-168-2820,-4-21 3125,3-46-2173,-3 12-1961,0 1-1,0 0 1,2 0 0,-1 0-1,2 1 1,0 0-1,0 0 1,1 0-1,17-18 1,11-9-630,46-40 0,-76 74 752,-5 4 80,-1 17 44,0-4-59,1-1 1,0 1-1,0 0 1,1-1 0,0 1-1,1-1 1,1 1 0,0-1-1,6 12 1,-8-19-57,0 0 0,1-1 0,-1 1 0,1-1 0,0 1 0,0-1 0,0 0 0,0 0 0,1 0 0,-1 0 0,1-1 0,0 0 0,0 1 0,0-1 0,0-1 0,0 1 0,0 0 0,0-1 0,1 0 0,-1 0 0,0 0 0,1-1 0,-1 0 0,1 1 0,-1-1 0,1-1 0,-1 1 0,6-2 0,-9 2-30,0-1 0,0 0 0,0 0 0,0 1 0,0-1 0,0 0 0,0 0 0,0 0 0,0 0 0,0 0 0,0 0 0,-1 0 0,1 0 0,0-1 0,-1 1 0,1 0 0,-1 0 0,1-1 0,-1 1 0,0 0 0,0 0 0,1-1 0,-1 1 0,0 0 0,0-3 0,0-43-305,0 37 235,0 2 159,1-24-470,-1 31 459,0 0 0,0 0 0,0 1 0,0-1 0,0 0 0,0 0 0,0 1 0,0-1 0,0 0 0,0 0 0,-1 1 0,1-1 0,0 0 0,0 0 0,-1 1 0,1-1 1,-1 0-1,1 1 0,0-1 0,-1 1 0,1-1 0,-1 1 0,0-1 0,1 0 0,-1 1 0,1 0 0,-1-1 0,0 0 0,1 17 266,2 9-222,2 0 0,1 0 0,1 0 0,2-1 0,0 0 0,1 0 0,14 25 1,-22-47-256,-1-1 1,1 1 0,0 0 0,0-1 0,0 1 0,0-1-1,0 1 1,0-1 0,1 0 0,-1 0 0,0 1 0,1-1 0,-1 0-1,1 0 1,-1 0 0,2 1 0,21 1-5555,0-3-1716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28.4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54 7523,'0'0'4573,"28"-9"-4314,88-27 397,-66 28-55,-48 7-486,0 1 1,-1 1 0,1-1 0,-1 0 0,1 0 0,-1 0 0,1 1 0,-1-1-1,1 1 1,-1-1 0,0 1 0,1 0 0,-1-1 0,0 1 0,3 2 0,-3-1 101,1 1 1,-1-1-1,0 1 1,0-1 0,0 1-1,-1 0 1,1 0-1,0-1 1,-1 1-1,0 0 1,1 0 0,-1 0-1,-1-1 1,1 1-1,0 0 1,-1 3 0,0 15-11,0-10-53,-1 0 1,0 0-1,-1 0 1,-1 0-1,1 0 1,-2-1-1,1 1 1,-1-1-1,-1 0 1,-11 15-1,10-16-12,1 1 1,0 1-1,0-1 1,1 1-1,0 0 0,1 0 1,0 0-1,1 0 0,0 1 1,-2 21-1,5-23-393,3 30 1194,-3-39-1085,0 0 0,1 0 0,-1 0 0,1 0 0,-1 0 0,1 0 0,0 0 0,-1 0 0,1 0 0,0 0 0,0 0 0,-1 0 1,1 0-1,0-1 0,0 1 0,0 0 0,0-1 0,0 1 0,0 0 0,0-1 0,0 0 0,0 1 0,0-1 0,1 1 0,-1-1 0,0 0 0,0 0 1,0 0-1,0 0 0,2 0 0,-2-14-6699,-3-14 3594,-1 21 3297,0 0-1,0 0 0,-1 1 0,0-1 0,0 1 0,0-1 0,-1 1 0,0 0 1,0 1-1,0-1 0,-9-5 0,9 7 405,0 0 1,0 0-1,1-1 1,-1 0-1,1 1 1,0-1-1,0-1 1,1 1-1,0 0 1,0-1-1,0 0 1,0 0-1,1 0 1,0 0-1,0 0 1,-1-10-1,3 14-511,1 1 0,0-1 0,-1 1-1,1 0 1,0-1 0,0 1 0,0 0 0,0 0-1,0 0 1,0 0 0,0 0 0,0 0-1,0 0 1,1 0 0,-1 0 0,0 0 0,1 0-1,-1 1 1,0-1 0,1 1 0,-1-1 0,1 1-1,-1 0 1,1-1 0,-1 1 0,1 0 0,2 0-1,8-3-600,52-14-3005,14-1-1136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28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336 3 9396,'0'0'6414,"-25"0"-4989,9-1-1132,4 0-104,1 1 0,-1 0-1,0 0 1,1 1 0,-1 1-1,1 0 1,0 0-1,0 1 1,0 1 0,0 0-1,0 0 1,1 1 0,-13 8-1,13-7 16,1 1 0,-1 0 1,2 1-1,-1 0 0,1 0 0,0 1 0,1 0 0,0 0 0,1 1 0,-1 0 0,2 0 0,0 0 0,0 1 1,1-1-1,0 1 0,0 1 0,2-1 0,-1 0 0,1 1 0,1-1 0,0 18 0,1-25-196,1 0 0,0-1 0,-1 1 0,1-1 0,1 1 0,-1-1 0,1 0-1,-1 1 1,1-1 0,0 0 0,0 0 0,0 0 0,0 0 0,1 0 0,-1-1 0,1 1 0,0-1-1,0 0 1,0 1 0,0-1 0,0 0 0,0-1 0,0 1 0,1-1 0,-1 1 0,1-1 0,-1 0-1,1 0 1,-1-1 0,1 1 0,0-1 0,5 1 0,-3-1-84,0 1 0,1-1 0,-1 0 0,0 0 0,1-1 0,-1 0 1,0 0-1,0 0 0,0-1 0,0 0 0,0 0 0,0-1 0,0 0 0,0 0 0,-1 0 0,0 0 0,1-1 0,6-6 0,-5 0-26,0-1-1,-1 0 1,0 0-1,0-1 1,-1 0-1,-1 0 0,0 0 1,-1 0-1,0 0 1,-1-1-1,0 0 1,-1 1-1,0-1 1,-1 0-1,-1 1 0,0-1 1,-4-20-1,-7 8 1724,5 25 181,5 17-1143,1 2-491,1-1 1,1 1-1,0 0 0,2-1 1,0 0-1,1 1 0,1-1 1,1-1-1,0 1 0,12 21 1,14 12-218,-18-31 31,21 43 0,-32-57-518,-1 0 0,1 0 0,-1 1 0,-1-1 0,1 1 0,-1-1 0,0 1-1,-1 0 1,0-1 0,0 1 0,-1 11 0,-11 24-7513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29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7 980 2385,'0'0'11464,"-5"8"-8575,5-8-2855,0 0 1,0 0-1,0 0 0,0 0 1,0 0-1,0 0 0,-1 0 0,1 0 1,0 0-1,0 0 0,0-1 1,0 1-1,0 0 0,0 0 1,0 0-1,0 0 0,0 0 0,-1 0 1,1 0-1,48-111 1913,51-139-781,-68 137-362,-4-1 0,18-195 0,-42 298 586,0 25-855,5 52-698,-2-18 285,-2-14-95,25 143 297,-23-150-239,1 0-1,1 0 1,2-1-1,16 33 0,-24-56-78,-1 1-1,1-1 0,0 0 1,0 0-1,0 0 0,1 0 0,-1 0 1,1-1-1,-1 1 0,1-1 0,0 1 1,0-1-1,0 0 0,0 0 1,1 0-1,5 2 0,-7-4-7,0 0 0,1 0 0,-1 0 0,0-1 0,0 1 0,0 0-1,1-1 1,-1 1 0,0-1 0,0 0 0,0 0 0,0 0 0,0 0 0,0 0 0,-1 0 0,1 0-1,0-1 1,0 1 0,-1-1 0,1 1 0,-1-1 0,1 0 0,-1 1 0,0-1 0,0 0-1,0 0 1,0 0 0,0 0 0,1-3 0,12-24-194,-1-2-1,-1 1 1,-1-1 0,-2-1-1,-2 0 1,7-56 0,-3-204 20,-11 262 1417,0 36-697,3 36 157,2 1 0,2-1 0,14 49 1,6 34-196,-15-4-222,3 17-443,-15-134 0,1 0 0,0-1 0,0 1 0,0 0 0,1-1 0,-1 1 0,1-1 0,0 1 0,0-1 0,0 0 0,0 0-1,0 0 1,1 0 0,0 0 0,-1 0 0,5 2 0,-4-3-427,1 0 1,0-1-1,-1 1 0,1-1 0,0 1 1,0-1-1,0-1 0,0 1 0,0 0 0,0-1 1,0 0-1,0 0 0,0 0 0,7-2 0,30-6-8503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29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15 324 16327,'0'0'1012,"-2"25"-183,-9 82 182,10-103-899,1 0-1,0-1 0,0 1 0,0 0 0,0 0 1,0 0-1,1 0 0,0 0 0,0 0 0,0 0 0,0 0 1,1-1-1,-1 1 0,1 0 0,0-1 0,0 0 0,0 1 1,1-1-1,-1 0 0,1 0 0,-1 0 0,1 0 1,0-1-1,0 1 0,1-1 0,3 3 0,-1-3 147,1 1 0,-1-1-1,1 0 1,0 0-1,0-1 1,0 0 0,0-1-1,0 1 1,0-1 0,-1 0-1,14-3 1,-14 2-121,-1-1 0,0 0 0,1 0 0,-1-1-1,0 1 1,0-1 0,-1 0 0,1 0 0,-1-1 0,1 0 0,-1 0 0,0 0 0,-1 0 0,1 0 0,-1-1 0,1 1 0,-1-1-1,-1 0 1,1 0 0,3-10 0,0 1-31,-1-1 0,0 1 0,-1-1 0,-1 0 0,0 0 0,1-24 1,-3 7-265,-1 0 0,-2 1 0,-1-1 0,-12-51 0,0 15-2912,10 23-3075,4 18-1472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30.3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13142,'0'0'5960,"9"34"-4506,76 246 763,-64-213-1573,-3 1 0,-2 2 0,-4-1 1,-3 2-1,-3-1 0,-5 125 0,-3-175-286,-1-19 80,3-33-199,3 22-321,1 0-1,0 0 1,0 1 0,1-1 0,0 1-1,0 0 1,1 1 0,1-1 0,-1 1-1,1 0 1,1 1 0,-1 0 0,15-10-1,16-10-1120,74-41 0,-47 31 263,-45 26 616,-15 9 280,0-1 1,-1 1-1,1-1 1,-1 0-1,0 0 1,0-1-1,7-5 1,-70 67 1299,51-47-1060,1 0 0,1 1 0,0 0 0,0 0 0,-6 22 0,10-27-126,0 1 0,0-1-1,1 1 1,0-1 0,1 1 0,-1-1 0,1 1 0,1 0 0,-1-1 0,2 1 0,2 13-1,-2-19-61,-1 1-1,0-1 0,1 0 0,0 0 1,0 1-1,-1-1 0,1 0 0,1-1 1,-1 1-1,0 0 0,0 0 0,1-1 1,-1 0-1,0 1 0,1-1 0,-1 0 1,1 0-1,0 0 0,-1-1 0,1 1 1,0-1-1,3 1 0,5 0-115,0 0-1,0 0 0,1-1 1,12-2-1,-20 2 4,-1-2-1,1 1 0,-1 0 1,0-1-1,0 1 1,0-1-1,0 0 0,0 0 1,0 0-1,0 0 1,0-1-1,-1 1 1,1-1-1,-1 0 0,0 1 1,0-1-1,0 0 1,0 0-1,0-1 0,-1 1 1,1 0-1,-1 0 1,0-1-1,0 1 0,0-1 1,0 1-1,-1-5 1,4-14-125,-1 1 0,-1 0 0,-2-24 0,0 44 238,0-57 4485,0 69-4061,0-1-399,1 0 0,-1 0 0,1 0-1,1 0 1,0 0 0,0 0 0,1 0 0,0-1 0,7 12 0,-8-16-356,1 0-1,1 0 1,-1-1-1,1 1 1,0-1-1,0 0 1,0 0 0,1 0-1,-1-1 1,1 1-1,0-1 1,0 0-1,0-1 1,0 1 0,0-1-1,1 0 1,-1-1-1,10 3 1,29 1-6630,2-4-4303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30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173 1 8612,'0'0'15703,"-152"23"-13686,138 16-816,8 7-497,6 1-128,0-1-352,0-2-96,6-5-128,14-11-16,8-7-544,4-13-929,8-8-1200,0 0-1889,-2-18-3426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30.7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17976,'0'0'9060,"-12"96"-8339,12-57-177,0 2-288,0 0-160,9-5-96,5 1-80,9-6-720,12-6-1089,14-12-1473,2-7-2016,7-6-4595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31.0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101 1 13478,'0'0'9090,"-12"22"-7767,-36 71-147,46-88-1045,0 0 0,0 0 0,0 0-1,1 1 1,-1-1 0,1 1 0,0 10-1,1-14-52,0 0 0,0 1-1,1-1 1,-1 0 0,0 0 0,1 0-1,0 0 1,-1 0 0,1 0-1,0-1 1,0 1 0,0 0-1,0 0 1,0 0 0,2 1 0,1 0 78,-1-1 0,0 0 1,0 0-1,1 0 1,0 0-1,-1-1 0,1 1 1,0-1-1,0 0 1,-1 0-1,1 0 0,0-1 1,0 1-1,0-1 1,8 0-1,-11-1-153,-1 1 0,1 0 1,0-1-1,0 1 0,-1-1 0,1 0 0,0 1 1,0-1-1,-1 1 0,1-1 0,-1 0 0,1 0 1,-1 1-1,1-1 0,-1 0 0,1 0 0,-1 0 1,0 0-1,1 1 0,-1-1 0,0 0 0,0 0 1,0 0-1,1 0 0,-1 0 0,0 0 0,0 0 1,0 0-1,-1 1 0,1-2 0,-3-34-1129,1 29 419,-1 1 0,0-1 0,0 1-1,0 0 1,-1 0 0,0 1 0,0-1 0,-1 1 0,1 0 0,-1 0 0,-10-7-1,-6-9-3193,-18-21-5485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31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0 145 15047,'0'0'5955,"17"-134"-6836,21 124-1072,-1 10-3489,6 0-5283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31.4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 3330,'0'0'8593,"5"23"-5112,13 72-1301,-17-92-1906,-1 0 1,1 1-1,0-1 1,0 0-1,0 1 1,0-1-1,1 0 0,-1 0 1,1 0-1,0 0 1,0 0-1,3 3 0,-4-5-209,-1-1-1,1 1 1,0-1-1,-1 0 1,1 0-1,0 1 1,-1-1-1,1 0 1,0 0 0,-1 0-1,1 0 1,0 0-1,0 0 1,-1 0-1,1 0 1,0 0-1,0 0 1,-1 0-1,1 0 1,0 0-1,-1-1 1,1 1-1,0 0 1,-1-1-1,1 1 1,0 0-1,-1-1 1,1 1-1,-1-1 1,1 1-1,-1-1 1,2 0-1,4-6 159,-1-1 0,1 1 0,-1-1 0,-1 0 0,7-14 0,-7 13-235,-1 5 24,3-10 82,1 2 0,0-1 1,1 1-1,17-20 1,-22 30-12,-1-1 1,1 1 0,0-1 0,0 1 0,0 0 0,0 0-1,0 0 1,0 0 0,1 1 0,-1-1 0,1 1 0,-1 0 0,1 0-1,-1 0 1,1 1 0,-1-1 0,1 1 0,0 0 0,-1 0 0,1 0-1,0 0 1,-1 1 0,1-1 0,6 3 0,-8-2-45,1 1-1,0-1 1,0 1 0,0-1 0,-1 1-1,1 0 1,-1 0 0,0 0 0,1 1-1,-1-1 1,0 0 0,0 1 0,0 0-1,-1-1 1,1 1 0,-1 0 0,1 0-1,-1 0 1,0 0 0,0 0 0,0 0-1,0 5 1,2 8-41,-1 0-1,-1 0 0,0 18 1,-1-31-9,0-1-80,0-1 0,0 1 0,0-1 0,0 1 0,-1-1 1,1 1-1,0-1 0,-1 1 0,1-1 0,-1 0 1,1 1-1,-1-1 0,0 0 0,1 1 0,-1-1 0,0 0 1,0 0-1,0 1 0,0-1 0,0 0 0,0 0 1,-3 1-1,2 0-731,-1-1-1,0 0 1,0 0 0,0 0 0,0-1 0,0 1-1,0-1 1,0 1 0,0-1 0,-4 0-1,-13 0-10272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2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316 321 8228,'0'0'1235,"0"-26"-1054,1-7-4,2-75 912,-5 29 3528,2 77-4520,-1 1 0,1 0 0,-1-1 0,1 1 0,-1 0 0,0 0 0,0-1 0,1 1 0,-1 0 0,0 0 0,0 0 0,0 0-1,0 0 1,0 0 0,0 0 0,-1 0 0,1 1 0,0-1 0,0 0 0,-1 1 0,1-1 0,0 1 0,-1-1 0,1 1 0,0 0 0,-1-1 0,1 1 0,-1 0 0,1 0 0,0 0 0,-1 0 0,1 0-1,-3 1 1,-1-1 4,0 0 0,0 1-1,0-1 1,0 1 0,-1 0-1,1 1 1,0-1-1,-8 5 1,2 2-2,-1 0 0,1 1 1,1 0-1,0 1 0,0 0 0,1 0 1,-14 21-1,4-1 246,-31 63-1,39-70-219,1 2-1,1-1 0,2 2 1,0-1-1,2 1 0,0-1 0,0 35 1,4-48-101,1 0 0,1 0 0,0 0 0,0 0 0,1-1 0,1 1 0,0-1 0,1 1 0,0-1 0,0 0 0,1 0 0,1-1 0,0 0 0,0 0 0,1 0 1,0 0-1,1-1 0,10 9 0,-5-7-12,1 0 0,0-1 0,1-1 0,0-1 0,1 0 1,0 0-1,0-2 0,0 0 0,1-1 0,19 4 0,-25-7-12,-1 0-1,1-1 1,0 0-1,0-1 0,0 0 1,-1 0-1,1-1 0,0-1 1,-1 0-1,1 0 1,-1-1-1,1 0 0,-1-1 1,0 0-1,0-1 1,-1 0-1,14-9 0,-12 4 3,0-1-1,0 0 1,-1 0-1,-1-1 0,0-1 1,0 1-1,-1-2 0,-1 1 1,0-1-1,-1 0 1,-1 0-1,0 0 0,-1-1 1,0 0-1,-1 0 0,2-30 1,-4 28 20,-1 1 1,0-1-1,-1 0 0,-1 0 1,-1 1-1,0-1 1,-1 1-1,-1 0 0,0 0 1,-1 0-1,-1 1 0,0 0 1,-1 0-1,-1 1 1,-14-19-1,-9-1-232,0 0 0,-3 2 0,0 2 0,-2 1 0,-1 2 0,-76-40 0,107 64-221,44 13-18851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3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340 99 12694,'0'0'2444,"-25"-7"-1065,8 1-1110,8 3-171,-1-1-1,0 1 1,0 1-1,-1 0 0,-12-1 1,18 3-40,1 0 1,-1 0 0,1 1-1,-1-1 1,1 1-1,0 0 1,-1 0-1,1 1 1,0-1-1,0 1 1,0 0-1,0 0 1,0 1 0,0-1-1,1 1 1,-1-1-1,1 1 1,0 0-1,-4 4 1,-10 15 105,1 0-1,2 1 1,0 1 0,1 0 0,1 1-1,2 0 1,0 0 0,2 1-1,1 1 1,1 0 0,1-1 0,1 2-1,1-1 1,2 0 0,3 47 0,0-60-122,0 1 1,1-1 0,1 0-1,0 0 1,1 0-1,0 0 1,1-1 0,0 0-1,1 0 1,1 0 0,0-1-1,1 0 1,0-1-1,1 0 1,14 13 0,-17-18-28,1 1 0,0-1 0,0 0 0,0-1 0,1 1 1,0-2-1,0 1 0,0-1 0,1-1 0,-1 0 0,1 0 1,0-1-1,-1 0 0,1 0 0,0-1 0,0-1 0,1 0 1,-1 0-1,0-1 0,0 0 0,0-1 0,-1 0 0,15-5 1,-14 3 6,-1-2 1,1 1 0,-1-1 0,0-1 0,0 0 0,-1 0 0,0 0 0,0-1 0,-1 0 0,0-1 0,0 0 0,-1 0 0,0 0 0,6-14 0,-1 1 48,-1 0 0,-1-1 0,-1 0 0,-1 0 0,6-39 1,-9 32 28,-1-1 0,-1-1 0,-2 1 0,-5-49 0,2 61-97,-1 0 1,0 0 0,-1 0-1,-2 1 1,0-1 0,0 2 0,-2-1-1,-15-24 1,1 9-1053,-2 1-1,-35-36 1,60 68 973,0 0 1,0 0-1,0 0 0,1 0 0,-1 0 1,0 0-1,0 0 0,0 0 1,0 0-1,0 0 0,0-1 1,0 1-1,0 0 0,0 0 0,0 0 1,0 0-1,0 0 0,0 0 1,0 0-1,0 0 0,0-1 1,0 1-1,0 0 0,0 0 0,0 0 1,0 0-1,0 0 0,0 0 1,0 0-1,0 0 0,0 0 1,0-1-1,-1 1 0,1 0 0,0 0 1,0 0-1,0 0 0,0 0 1,0 0-1,0 0 0,0 0 1,0 0-1,0 0 0,0 0 0,0 0 1,-1 0-1,1 0 0,15 0-5817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3.5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88 17784,'0'0'1233,"-27"19"-473,7-5-564,4-4-26,0 0 0,1 1 0,1 1 0,0 0-1,0 1 1,1 0 0,1 1 0,0 1 0,1 0 0,-17 30 0,19-19 96,0 0 0,2 1 1,1-1-1,1 1 0,1 1 0,1-1 0,2 1 1,3 40-1,-2-55-236,1 0 1,1-1-1,0 1 0,1-1 1,0 1-1,1-1 0,1 0 1,0-1-1,0 1 0,1-1 1,0 0-1,1 0 1,0-1-1,17 18 0,-19-23-7,1 1 0,1-1 0,-1 0-1,1 0 1,0-1 0,0 0 0,0 0-1,0-1 1,1 1 0,0-2 0,0 1-1,-1-1 1,1 0 0,0-1 0,1 0-1,-1 0 1,0-1 0,0 0 0,0 0-1,0-1 1,0 0 0,0-1 0,0 1-1,10-5 1,-6 2 11,-1-2 0,0 0 0,0 0-1,-1 0 1,0-2 0,0 1 0,-1-1-1,1-1 1,-2 1 0,1-2 0,-1 1-1,-1-1 1,0 0 0,6-12 0,-1 2-3,-1-1 0,-1-1 0,-1 0-1,-1 0 1,-1-1 0,7-35 0,-9 26-143,-1 0 0,-2 0-1,-1 0 1,-2-1 0,-5-32 0,4 47-535,-1 1 1,-1 0 0,-1 0 0,-1 1-1,0-1 1,-1 1 0,0 1 0,-2-1-1,0 1 1,-19-25 0,-42-27-8161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4.0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351 0 15223,'-31'12'2558,"11"-5"-2242,1-1-107,0 0-1,1 1 1,0 2 0,0-1 0,1 2-1,0 1 1,0 0 0,2 1 0,-1 0 0,-19 21-1,24-17 35,0 0 0,2 1-1,-1 0 1,2 1-1,0 0 1,2 0 0,0 0-1,0 1 1,2 0 0,0 0-1,0 22 1,2-18-85,1 0 1,1 1-1,0-1 1,2 0-1,1 0 1,1-1-1,1 1 1,16 43-1,-15-54-96,0 1-1,1-1 0,1 0 1,0 0-1,0-1 0,2-1 0,-1 1 1,1-1-1,0-1 0,1 0 1,0 0-1,14 7 0,-20-12 4,1-1-1,-1 0 1,1 0-1,0-1 0,0 0 1,0 0-1,0 0 1,1 0-1,-1-1 0,1 0 1,-1-1-1,0 1 1,1-1-1,-1-1 1,1 1-1,-1-1 0,1 0 1,-1 0-1,0-1 1,0 0-1,1 0 1,-1 0-1,-1-1 0,1 0 1,0 0-1,-1-1 1,1 1-1,6-7 1,-2-1 4,0 0 0,0-1 0,-2 0 1,1-1-1,-1 0 0,-1 0 0,-1-1 0,0 0 1,0 0-1,-1 0 0,-1-1 0,-1 1 1,0-1-1,2-26 0,-3 14-107,-1 0 1,-1 0-1,-1 0 0,-1 0 0,-2 0 0,-1 1 1,-12-40-1,7 39-368,-2 0 1,-28-44-1,23 42-1320,-18-42 0,33 67 783,-4-14 2,10 11-1500,8 3-3833,44 4-5342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4.3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110 230 19321,'-16'23'1166,"3"-4"-896,3-7-88,1 1 0,1 0 0,0 0 0,0 1-1,1 0 1,1 1 0,0-1 0,1 1 0,1 0-1,-3 17 1,6-23-64,0 0 0,1 0-1,0-1 1,0 1 0,1 0 0,0 0 0,0-1 0,1 1-1,0 0 1,1-1 0,0 0 0,0 1 0,1-1-1,6 10 1,-6-12-64,1 0-1,0-1 0,1 1 1,-1-1-1,1 0 1,0 0-1,0-1 1,1 0-1,-1 0 1,1 0-1,0-1 1,0 0-1,0 0 1,0-1-1,1 0 1,13 2-1,-7-1 19,-1-2-1,1 1 1,1-1-1,-1-1 1,0-1-1,0 0 1,0-1 0,0 0-1,-1-1 1,1 0-1,-1-1 1,1-1-1,16-9 1,-19 8-16,-1 0 0,0-1 0,0-1 0,-1 0 0,0 0 0,-1-1-1,0 0 1,0 0 0,-1-1 0,0 0 0,0 0 0,-1 0 0,-1-1 0,0 0 0,7-23 0,-4 6-44,-2-1-1,-2 1 1,0-1 0,-2-1-1,-1 1 1,-1 0 0,-8-56-1,6 73-152,-1 1-1,0-1 1,0 1-1,-1 0 1,-1 0-1,1 1 1,-2-1-1,-9-14 1,11 20-166,0 0 1,0 1 0,0-1-1,-1 1 1,0 0 0,0 0-1,-7-5 1,8 7-269,-1 0 1,0-1-1,1 1 0,-1 1 1,0-1-1,0 1 0,0 0 1,-1 0-1,-8 0 0,-34 0-7725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4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67 145 14054,'0'0'2556,"-11"29"-1192,-33 100 223,41-121-1484,1 1 0,0-1 0,0 1 0,1-1-1,0 1 1,0-1 0,1 1 0,1 0 0,-1-1 0,1 1 0,1-1 0,-1 1 0,1-1 0,1 0 0,0 0-1,0 0 1,0 0 0,1 0 0,0-1 0,1 1 0,0-1 0,0 0 0,0 0 0,1-1 0,0 0-1,0 0 1,1 0 0,-1-1 0,1 0 0,1 0 0,-1-1 0,1 0 0,8 4 0,4 0 55,1 0 1,1-1 0,-1-2 0,1 0-1,0-1 1,0-1 0,0-1 0,0-1 0,1-1-1,42-5 1,-59 4-72,0-1 0,0 1 1,0-1-1,0 0 0,0 0 0,-1-1 1,1 0-1,-1 0 0,1 0 0,-1 0 1,0-1-1,0 0 0,-1 0 0,1 0 0,4-7 1,-4 4 23,0-1 0,0 0 1,-1 0-1,0 0 0,0 0 0,-1-1 1,0 1-1,0-1 0,2-15 1,-3 7-28,-1 1 1,0-1 0,-1 1 0,-1-1 0,0 1 0,-1-1 0,-1 1 0,-1 0-1,0 0 1,-1 0 0,-10-21 0,-1 9-497,-1 1-1,-2 0 1,-1 1-1,-1 1 1,0 1 0,-47-40-1,68 65 305,0-1 0,0 0-1,0 0 1,0 0 0,0 0 0,1 0-1,-1 0 1,0 0 0,0 0-1,0 0 1,0 0 0,0 0 0,0-1-1,0 1 1,0 0 0,1 0 0,-1 0-1,0 0 1,0 0 0,0 0-1,0 0 1,0 0 0,0 0 0,0 0-1,0 0 1,0 0 0,0 0-1,0 0 1,1 0 0,-1-1 0,0 1-1,0 0 1,0 0 0,0 0-1,0 0 1,0 0 0,0 0 0,0 0-1,0 0 1,0-1 0,0 1-1,0 0 1,0 0 0,0 0 0,0 0-1,0 0 1,0 0 0,0 0 0,0 0-1,0-1 1,0 1 0,0 0-1,0 0 1,0 0 0,-1 0-1,17 2-3623,44 13-8797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4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66 357 22762,'0'0'849,"-66"129"-369,66-67 352,26-8-271,40-18 527,15-13-335,-1-23-417,-5 0 16,-12-46-160,-20-19-64,-23-12-128,-20-6-256,-14-10-769,-49 0-1392,-24-8-3041,-16-2-8277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5.4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190 122 13558,'0'0'5955,"-28"26"-4909,-7 6-506,-44 52 0,73-76-450,0 1-1,1-1 1,0 1-1,1 0 1,0 0-1,0 1 1,1-1 0,0 1-1,1 0 1,0-1-1,1 1 1,0 0-1,0 0 1,1 0-1,2 19 1,-2-2 54,0-12-73,0 0-1,1 0 1,1 0 0,0 0-1,1 0 1,1 0 0,0 0-1,9 18 1,-10-26-48,1 0 1,1 0-1,-1-1 0,1 1 1,0-1-1,1 0 1,0 0-1,0-1 0,0 0 1,0 0-1,1 0 0,-1-1 1,1 0-1,1 0 0,-1 0 1,0-1-1,11 3 0,-6-3 6,1 1 0,-1-1 0,1-1 0,-1 0 0,1-1 0,0-1 0,0 0 0,-1 0 0,1-1 0,0-1 0,-1 0 0,1-1 0,-1 0 0,0-1 0,0 0-1,0-1 1,19-10 0,-22 8-15,1 0 1,-1 0-1,0-1 0,0 0 0,-1 0 0,0-1 0,-1 0 0,0 0 0,0-1 0,-1 0 1,0 0-1,-1-1 0,0 1 0,-1-1 0,0 0 0,0-1 0,-1 1 0,-1-1 0,2-14 0,-3 11-12,-1 0-1,0 0 0,0 0 1,-2 0-1,0 0 0,-1 0 1,0 1-1,-1-1 0,-1 1 1,0 0-1,-1 0 0,0 0 1,-14-20-1,-3 0-584,-2 1 0,-2 1 0,-50-46 0,62 63-321,-13-13-1250,16 5-3709,10 11-5401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05.8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68 18152,'0'0'2268,"-21"32"-1598,21-32-670,-28 44 404,-25 49 0,51-89-373,0 0-1,0-1 1,1 1 0,0 0-1,0 0 1,0-1-1,0 1 1,0 0 0,1 0-1,0 0 1,0 0-1,0 0 1,0 0 0,1 0-1,-1 0 1,1 0 0,0 0-1,0 0 1,1 0-1,-1-1 1,1 1 0,0-1-1,0 1 1,0-1 0,0 1-1,5 5 1,1-2 24,0 0 0,0-1-1,1 0 1,0 0 0,0-1 0,19 8 0,-27-12-44,9 3 115,-1 0 1,1-1-1,-1 0 1,1-1-1,13 2 1,-21-3-40,1-1 0,-1 1 0,1-1 0,-1 0 1,1 0-1,-1 0 0,1 0 0,-1-1 0,1 1 1,-1-1-1,1 1 0,-1-1 0,0 0 1,1 0-1,-1 0 0,0 0 0,0-1 0,1 1 1,-1 0-1,0-1 0,0 0 0,-1 1 0,1-1 1,0 0-1,-1 0 0,3-2 0,1-9 130,0-1 0,-1 0 0,-1 0 1,0 0-1,0 0 0,-2 0 0,1-28 0,-2 19-209,-2 0 1,0 0 0,-1 1-1,-8-32 1,4 31-1031,-1 0 0,-20-38 0,27 74-8062,1 26-984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56.1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8324,'0'0'8542,"16"12"-8051,-15-11-487,51 40 793,89 92 0,-90-71-367,-4 3 0,60 106 0,60 156 165,-65-120-359,195 394 264,-222-428-290,82 283 1,-128-335 286,20 169 1,-49-261-227,-5-23 322,-5-14-123,9 8-441,0-1 0,1 0 0,-1 1 0,0-1 0,1 0 0,-1 1 0,0-1 0,1 0 0,-1 0 0,1 1 0,-1-1 0,1 0 0,-1 0 0,1 0 0,-1 0 0,1 0 0,0 0 0,0 0 0,-1 1 0,1-1 0,0 0 0,0 0 0,0 0 0,0 0 0,0 0 0,0 0 0,1 0 0,-1 0 0,0 0 0,0 0 1,1 0-1,-1 0 0,0 0 0,1 0 0,-1 1 0,1-1 0,-1 0 0,1 0 0,0 0 0,-1 1 0,1-1 0,0 0 0,-1 1 0,1-1 0,0 1 0,0-1 0,0 1 0,-1-1 0,1 1 0,0-1 0,0 1 0,1-1 0,7-1-46,-1 0 0,1 0 0,0 0 0,14 0 0,-18 2 82,153-3-6,-138 7-147,-17 7-3,-4-10 94,0 1-1,0-1 1,0 1-1,0-1 1,0 1-1,0-1 1,0 0-1,-1 0 1,1 0-1,0 0 1,-1 0-1,1 0 1,-1 0-1,1 0 1,-1 0-1,0-1 1,-2 2-1,-22 3 70,-2 0 1,1-2-1,0-1 0,-1-1 0,-48-4 1,-6 0 715,81 5-767,-1 0 0,1 0-1,0 0 1,0 0 0,0 0 0,0 0-1,0 0 1,1 0 0,-1 0 0,0 0-1,1 0 1,0 1 0,-1-1 0,1 0 0,0 0-1,1 4 1,-2 1 32,-5 39 528,1 70 1,14-115 69,0-5-579,0 1 0,-1-2 1,0 1-1,0-1 0,0 0 1,0-1-1,-1 0 0,0 0 1,0 0-1,0-1 0,5-8 0,5-2 0,11-12-143,34-43 1,-54 63-466,-1-1 0,-1-1 1,0 1-1,0-1 0,-1 0 1,0 0-1,-1-1 0,6-23 1,-8-8-5444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19:57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14247,'0'0'1323,"28"19"-619,-12-9-557,43 29 759,107 51-1,290 101 1155,-45-21-1441,-306-127-347,2-5 0,1-4 0,2-5 0,1-5 1,1-5-1,0-5 0,131 0 0,52-11 157,-294-31 567,-1-68-414,0 77-199,0 67-343,-9 80 425,9-156-280,-2 1 0,-1-1 0,-1 1 0,-12-46 0,9 60-103,2 15-26,-1 23-124,3 217 90,3-148 233,0-93-100,0-28 152,1-34-251,1 23-74,-2 1 1,-1-1 0,-2 1-1,-2 0 1,-15-60 0,-1 40 69,13 39 62,1-1 0,0 0-1,2 0 1,0-1 0,1 0-1,-2-32 1,9 52-107,-1 1-1,0-1 1,1 1-1,-1 0 1,0 0-1,0 0 1,0 0 0,0 0-1,0 0 1,0 1-1,0-1 1,2 3-1,201 209 269,-187-196-267,3 2 5,0 2 1,-2 0-1,33 47 1,-51-67-13,0 0 0,0 0 1,0 0-1,-1 0 1,1 0-1,-1 0 0,1 0 1,-1 0-1,1 0 0,-1 1 1,1-1-1,-1 0 1,0 0-1,0 1 0,0-1 1,0 0-1,0 0 1,0 1-1,0-1 0,0 0 1,0 1-1,-1-1 1,1 0-1,0 0 0,-1 0 1,1 1-1,-1-1 1,1 0-1,-1 0 0,0 0 1,0 0-1,1 0 0,-1 0 1,0 0-1,0 0 1,-2 1-1,-2 1 49,-1 0 0,0 0 0,0-1 0,0 1 0,0-2 0,-8 3 1,1-1 69,-23 7 232,-1-1 0,0-1-1,0-3 1,-40 1 0,117 2-4811,-19-1 1125,32 7-9336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2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24 354 10981,'0'0'2929,"0"27"-2166,0 174 1182,-1-148-816,-1 49 360,3-92-1114,0 0 0,0-1 0,1 0-1,0 1 1,0-1 0,1 0-1,8 17 1,-11-25-36,10-19 733,10-86-841,12-146 0,-2-2-311,-9 159 101,-19 87 10,1-1-1,-1 0 1,1 1 0,0-1 0,1 1-1,-1 0 1,1 0 0,0 0-1,1 0 1,0 1 0,6-6 0,-7 8 11,1 0 0,0 1 0,0 0 0,0 0 0,1 0 0,-1 0 0,0 1 1,1 0-1,7-1 0,58-2 36,-41 3-23,692-7 192,-422 10-195,541-2 20,-841 0 3,1 9-176,13 86 185,5-1 1,54 164-1,20 93-89,-85-309-62,-2 1 0,-2 0 1,-1 55-1,-4-95 46,1 0-1,-1-1 1,0 1 0,0 0 0,0 0-1,-1 0 1,1-1 0,-1 1 0,1 0-1,-1-1 1,0 1 0,0-1 0,0 0 0,0 0-1,0 0 1,-1 0 0,1 0 0,-1 0-1,1-1 1,-1 1 0,0-1 0,-2 2-1,-11 4-58,-1 0 0,-28 7 0,32-11 25,-38 8-81,0-2 0,-1-3 0,-1-2 1,-85-4-1,73-1 126,-94-4 4,-175-27 1,-156-50 351,-227-25 853,575 101-1039,85 6-3681,51 0 2934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3.1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6979,'0'0'8927,"13"16"-7484,-11-14-1390,9 11 226,-1 1-1,0-1 1,0 2-1,-2-1 0,0 1 1,-1 1-1,0-1 0,7 28 1,0 22 637,-3 1 0,3 108 0,-22 136 287,-2-221-1134,4-49-1116,0 79 0,6-118 901,0 0 0,0 0 0,0 0 1,0 0-1,0 0 0,0 0 0,1 0 0,-1 0 0,0 0 0,0 0 1,1 0-1,-1 0 0,1 0 0,-1 0 0,1 0 0,-1 0 0,1-1 0,0 1 1,-1 0-1,1 0 0,0 0 0,-1-1 0,1 1 0,0 0 0,0-1 1,0 1-1,0-1 0,0 1 0,0-1 0,0 1 0,0-1 0,0 0 1,0 0-1,0 1 0,0-1 0,0 0 0,0 0 0,0 0 0,0 0 0,0 0 1,0 0-1,0 0 0,0 0 0,0-1 0,0 1 0,0 0 0,0 0 1,1-1-1,32-4-7242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3.3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11397,'0'0'5475,"6"170"-4163,8-92-79,-5 15-417,0-3-384,-7 6-175,-2-6-129,0-5-128,0-15-128,0-10-1105,6-17-1184,17-24-1713,3-19-1152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3.5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18152,'0'0'3026,"46"163"-1810,-29-50 385,-5 17-961,-4 7-528,-5-3-112,-3-7-880,0-14-1681,-11-12-2289,-32-11-6804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5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1 353 11989,'0'0'731,"3"36"-42,-1-7-445,13 241 2385,-16 35 1159,2 103-226,0-400-3498,1 27 102,-2-34-162,0 0 1,0-1-1,0 1 1,0 0-1,0 0 1,0 0 0,1 0-1,-1-1 1,0 1-1,1 0 1,-1 0-1,0-1 1,1 1-1,-1 0 1,1 0 0,-1-1-1,1 1 1,-1-1-1,1 1 1,0 0-1,-1-1 1,1 1-1,0-1 1,0 0 0,-1 1-1,1-1 1,0 1-1,0-1 1,-1 0-1,2 1 1,-1-1-4,-1 0 0,1 0 0,0 0 0,-1-1 0,1 1 0,0 0-1,-1 0 1,1 0 0,-1-1 0,1 1 0,-1 0 0,1 0 0,0-1 0,-1 1 0,1 0 0,-1-1 0,1 1 0,-1-1-1,0 1 1,1-1 0,-1 1 0,1-1 0,-1 1 0,0-1 0,1 1 0,-1-1 0,0 0 0,1 0 0,10-24 23,-1-1 0,-1-1-1,-1 1 1,8-49 0,7-121-624,-20 87-27,-4-1-1,-4 0 1,-38-199-1,39 288 628,-23-138 234,24 133-99,1 0 0,2 0 1,0 0-1,5-30 0,-3 52-95,-1-1 0,0 0 0,1 1 0,0-1 0,0 1 0,0 0 0,0-1 0,1 1 0,0 0 0,0 0 0,0 1 0,0-1 0,0 1 0,1-1 0,0 1 0,-1 0 0,1 0 1,0 1-1,1-1 0,-1 1 0,0 0 0,1 0 0,-1 0 0,1 1 0,0 0 0,7-2 0,14-1 205,0 0 0,-1 2 0,48 2 0,-44 0-199,67 3 385,123 20-1,98 32-20,149 18-155,364-3-153,-608-64 2,-169-6-43,-52 0-47,0 0-1,0-1 1,0 1 0,0 0-1,0 0 1,0 0 0,0 0-1,0-1 1,0 2 0,-1-1-1,1 0 1,0 0-1,0 0 1,0 0 0,0 0-1,0 1 1,0-1 0,0 0-1,0 1 1,0-1 0,-1 1-1,1-1 1,0 1 0,0 0-1,0-1 1,-1 1-1,1 0 1,0-1 0,-1 1-1,1 0 1,-1 0 0,1-1-1,-1 1 1,1 0 0,-1 0-1,0 0 1,1 0-1,-1 0 1,0 0 0,0 0-1,1-1 1,-1 1 0,0 0-1,0 0 1,0 0 0,0 0-1,0 0 1,0 0 0,-1 0-1,1 0 1,0 0-1,0 0 1,-1 1 0,0 17-81,4 37 125,3-1 1,2 0 0,17 56-1,7 48-31,-16-16-13,-3 201-1,-13-341-30,0 0 0,0 0 0,-1 0 0,0 0 0,1 0 0,-1 0 0,0 0 0,0 0 0,-1 0-1,1 0 1,0-1 0,-1 1 0,0 0 0,0-1 0,0 1 0,0-1 0,0 0 0,0 0 0,0 0 0,-1 0 0,1 0 0,-1 0 0,1-1 0,-1 1 0,0-1 0,0 0 0,0 0 0,-4 2 0,-10 1-50,1 0 0,-1-1 0,0 0 0,-19-1 0,17 0 24,-734 6-163,431-34 596,59 4 127,-453-12-712,713 34-83,0 0 0,-1 0 0,1-1-1,-1 1 1,1-1 0,0 0 0,0 0-1,-1 0 1,-4-3 0,8 3 8,-1 1 1,0-1 0,1 0-1,-1 0 1,0 1-1,1-1 1,-1 0-1,1 0 1,-1 0-1,1 0 1,-1 0-1,1 0 1,0 0-1,0 1 1,-1-1 0,1 0-1,0 0 1,0 0-1,0 0 1,0 0-1,0 0 1,0 0-1,0 0 1,0 0-1,1 0 1,-1 0 0,0 0-1,1 0 1,-1 0-1,0 0 1,1 0-1,-1 0 1,1 0-1,0 1 1,0-3-1,18-19-6020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5.3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9828,'0'0'6596,"38"140"-4788,-24-50-287,-3 3-785,-5-3-399,-3-7-33,-3-8-176,0-8-128,0-10-96,0-16-753,3-7-703,14-29-1106,0-5-1279,12-15-1250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5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7507,'0'0'11558,"-3"166"-10406,-8-76-191,5 3-81,0 0-448,0-8-432,6-15-112,0-18-944,12-24-1169,28-28-1297,6-15-2080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5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14375,'0'0'3217,"-23"179"-1648,3-76-65,0-15-1055,8-11-65,12-17-384,0-24-1121,17-31-2448,24-10-2146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35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17832,'0'0'2241,"-11"173"-1280,11-74-113,14-9-656,23-20-192,4-18-1008,-10-24-3202,-14-28-8564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46.2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423 443 11477,'-1'24'1622,"1"-17"-1578,-2 113 2484,15 136 1,-2-154-313,-4 113 0,-7-213-1845,0-21 464,0-17-414,1-21-295,-2 1 1,-14-82-1,5 84-103,-16-70 15,6-2 1,-6-179 0,25 293-37,2 0 0,-1-1-1,2 1 1,0 0 0,0 0 0,1 0 0,5-13 0,-4 17 0,0-1 0,1 1-1,0 1 1,0-1 0,1 1 0,0 0-1,0 0 1,1 0 0,0 1 0,8-6-1,-5 5 5,1 0-1,0 1 1,1 0-1,0 1 0,0 0 1,0 1-1,0 0 0,1 1 1,-1 0-1,19-1 1,19 0 40,68 4 0,-61 1-30,530 42-26,-180-6-4,337-26 151,-537-11-116,-149-11 1187,-58 28-1042,3 28-102,3 0-1,2 0 1,23 78 0,-9-40-52,180 662 132,-188-685-229,-14-57 66,0-1 0,1 1 0,-1 0 0,0-1 0,0 1 0,-1-1 0,1 1 0,0-1 0,-1 1 0,0-1 0,1 1 1,-1-1-1,0 0 0,0 1 0,0-1 0,-1 0 0,1 0 0,-1 1 0,1-1 0,-1-1 0,1 1 0,-4 2 0,-6 3-35,-1-1-1,0 0 0,0-1 0,0 0 0,-1-1 0,0-1 0,0 0 0,0 0 1,-16 0-1,-131 0-268,101-4 325,-831-30-19,-3 0 1376,867 31-1290,-89-1 158,-1 4 0,-209 34-1,159-9-1144,54-22-4756,32-6-6833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48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1491 377 3506,'0'0'8331,"0"-11"-7202,0-124 3197,0 39 2473,0 95-5545,0 10-443,5 76-131,4-1 0,34 144 0,-3-30-175,-22-68-98,2 218 0,-20-347-351,0-7 40,-25-308 244,7 133-227,-2-342-185,31 1101 86,-11-546 34,0 61 110,15 125 1,-8-186-143,-2-27 28,1-24 94,10-96-74,2-140 1,-17-128 15,-3 183-68,3 112-12,0 85-17,2 11-29,1 23-118,-2 310 121,-5-175 449,21 170 0,-13-298-321,-4-36-29,-1-5 75,-4-33-33,0 0 0,-3 1-1,-1-1 1,-1 2 0,-28-66 0,3 5-77,-1-20-50,20 55-5,-4 2 1,-2 0 0,-42-80-1,56 127 25,0 1 0,-1 0-1,-1 1 1,0-1-1,0 2 1,0-1 0,-1 1-1,-1 1 1,1 0 0,-1 0-1,0 1 1,-1 0-1,1 1 1,-1 1 0,0 0-1,-19-4 1,-16-2-31,-1 3-1,-91-3 1,126 10 30,-35-2-9,16 3 6,-1-2 1,1-2-1,0 0 1,0-2-1,0-2 0,-60-20 1,90 26-7,0 1 0,0-1 0,1 1 0,-1 0 0,0 0 0,0-1 0,0 1 1,0 0-1,0 1 0,0-1 0,1 0 0,-1 1 0,0-1 0,0 1 0,0-1 0,1 1 0,-1 0 0,-3 1 0,-32 24 23,19-13-19,5-5 10,-14 8-1,1 0 0,0 2-1,1 1 1,2 1 0,0 1 0,-29 33 0,14-2-16,1 2 1,4 1-1,1 2 0,-32 81 1,29-45 11,4 0 1,-22 113 0,47-175 12,2 0-1,1 1 1,1 37 0,2-67 4,1-1 0,-1 0 1,1 0-1,0 0 0,-1 0 1,1 0-1,0 0 0,0 0 1,0 0-1,0 0 0,0 0 1,0 0-1,0 0 0,0 0 1,0-1-1,0 1 0,0-1 1,0 1-1,1 0 1,-1-1-1,0 0 0,0 1 1,1-1-1,-1 0 0,2 0 1,49 11 225,-23-6-161,64 13 33,1-3 0,151 3 0,-125-11-65,209 32-62,-15 0 14,-42-34 469,-152-6-273,-117-10-3051,3-9-1648,7-1-5142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51.0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201 275 8404,'-6'-23'2217,"-19"-89"622,16 13 4521,9 95-5375,1 9-1740,0 0-1,-1-1 0,1 1 1,-1 0-1,0 0 1,0 0-1,-1 4 1,-1 17 56,4 45 706,3 177 1183,-31 293 0,11-408-1741,14-111-260,12-87-30,32-367-243,-41 331-37,-3 0 1,-21-134 0,17 213 111,3 51-33,-4 139 364,-42 240-1,42-358 47,6-47-288,1-35 139,1-31-52,0-169-46,-4 192-163,-2 0 0,-1 0 0,-20-69 0,10 63 18,5 16 24,1 0 0,1-1 0,1 0 0,2 0 0,-2-37 0,25 68-141,216 54 13,41-16 157,25 4 8,-275-38 10,0-1-1,34-1 0,-58 25-41,1 1-6,2-1-1,1 1 1,2-1-1,0 0 0,2 0 1,1-1-1,13 25 1,105 175 95,-97-176-90,-4-7-2,0 0-17,37 77 0,-58-107 12,-1 1 0,0 0 1,-1 0-1,-1 0 1,0 1-1,-1-1 1,0 1-1,-1 0 1,-1-1-1,-2 22 1,2-32 4,-1-1 1,0 0-1,0 0 1,0 0-1,-1 0 0,1 0 1,-1 0-1,1 0 1,-1-1-1,0 1 1,0 0-1,0-1 1,-1 0-1,1 1 1,-1-1-1,1 0 1,-1 0-1,0 0 1,1-1-1,-1 1 0,0-1 1,0 1-1,0-1 1,0 0-1,0 0 1,-1 0-1,1-1 1,-4 1-1,-11 2 34,-1-2-1,1 0 1,-33-2-1,44 1-24,-30-4 48,1-1 0,0-2 1,-67-21-1,-100-49 119,193 73-177,0 0-94,1 1-367,0-1-1,0 0 0,0 0 0,-16-12 1,24 16 374,0-1-1,0 0 1,0 0 0,1 1 0,-1-1 0,0 0 0,0 0 0,0 0 0,1 0 0,-1 0-1,0 0 1,1-1 0,-1 1 0,1 0 0,-1 0 0,1 0 0,0 0 0,0-1-1,-1 1 1,1 0 0,0 0 0,0-1 0,0 1 0,0 0 0,0 0 0,1-1-1,-1 1 1,0 0 0,0 0 0,1 0 0,-1-1 0,1 1 0,-1 0 0,1 0-1,0 0 1,-1 0 0,1 0 0,0 0 0,0 0 0,-1 0 0,1 0 0,0 0-1,0 1 1,0-1 0,0 0 0,0 1 0,0-1 0,2 0 0,51-31-6536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49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 5843,'0'0'13734,"27"-3"-12630,3-1-855,20-2 91,68 1 0,-55 4-78,-10 0 36,-1 2 0,1 2 0,78 14 0,30 14 203,293 17 1,-426-44-466,0 1 1,-1 1-1,0 2 0,0 0 0,38 19 1,-34-14 2,-1-1 1,1-2 0,42 9-1,-41-15-50,53 2 0,-35-9 2749,-51 23-2503,-39 181 685,19 31-237,11 257 0,10-406-573,-1-82-103,-1 0 1,1 0 0,-1 0 0,1-1-1,-1 1 1,0 0 0,1-1-1,-1 1 1,0-1 0,1 0 0,-1 1-1,0-1 1,0 0 0,1 0-1,-1 0 1,0-1 0,0 1 0,1 0-1,-3-1 1,-4 1 14,-16 0 7,-22 1-4,-1-3-1,1-1 1,-48-10 0,-75-22 27,-1 8 1,-339-10-1,445 35-59,25 0-10,-78 6 0,108-3 15,0 0-1,0 1 1,0 0 0,1 0-1,-1 1 1,0 0-1,1 1 1,0 0 0,0 0-1,0 1 1,0 0-1,1 0 1,-13 12-1,16-8 163,4-14 662,1 2-734,3-18 74,1 1 0,1 0-1,10-21 1,-6 16-112,12-51 0,-15 35-42,-2-1 0,-3 0 0,0 0 0,-7-55 0,-33-167-8,4 37 0,32 164-7,3 49 5,-2 0 1,1 0-1,-1 0 1,-1 0-1,-1 0 0,-6-21 1,9 35 0,0-1 0,0 1 0,0 0 0,0 0 0,0 0 0,0 0 0,0-1 0,0 1 0,0 0 0,0 0 1,0 0-1,0 0 0,0-1 0,0 1 0,0 0 0,0 0 0,0 0 0,0 0 0,1 0 0,-1 0 0,0-1 1,0 1-1,0 0 0,0 0 0,0 0 0,0 0 0,1 0 0,-1 0 0,0 0 0,0 0 0,0 0 0,0 0 0,0 0 1,1-1-1,-1 1 0,0 0 0,0 0 0,0 0 0,0 0 0,0 0 0,1 0 0,-1 0 0,0 0 0,0 0 0,0 1 1,0-1-1,1 0 0,-1 0 0,0 0 0,0 0 0,0 0 0,0 0 0,1 0 0,18 5-113,30 11-105,-40-12 204,40 11 25,1-1 0,0-3-1,1-2 1,58 2 0,209-5 42,-204-7-46,-6-5-35,0-5 1,-1-5-1,117-32 0,-193 41 10,-2-1 33,-28 8 28,-1 5-28,8 993 1093,-8-996-1105,0 1-37,0 0-1,0 0 1,0-1-1,0 1 1,1 0 0,-1 0-1,1-1 1,0 1-1,1 4 1,-1-5-2078,-1-8-4055,0-22-9530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52.3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44 1601,'0'0'20169,"21"25"-18760,-12-12-1226,6 4 9,0 1-1,-2 1 1,0 0 0,-2 1 0,0 0 0,-1 1 0,-1 0 0,12 43 0,-9 2 311,-3 0-1,0 75 1,-11 134 679,1-247-1071,-2 26 178,2-43-113,0-36-35,2-98-129,-3-166-366,2 273 353,-1 1 0,-1-1 0,0 0 0,-6-18 0,3 25 28,3 9 19,0 7 68,-1 81 78,4-1 1,3 0 0,5 0 0,3-1 0,4 0 0,36 113 0,-44-180-4,-4-24 18,-3-35 93,-2 27-281,1-6 9,1-15-32,-2 1 0,-1-1 0,-1 1 0,-12-50 0,-12 2-124,-45-95 0,39 101 76,-38-125-1,66 179 58,0 1-1,2-1 0,0 0 1,1 0-1,1-22 0,1 37-5,1-1-1,-1 1 0,1 0 0,0-1 1,1 1-1,-1 0 0,1 0 0,1 0 1,-1 0-1,1 0 0,0 0 0,0 1 1,1 0-1,0-1 0,0 1 0,0 0 1,0 1-1,1-1 0,-1 1 0,8-5 1,2 1 4,1 1 1,0 1 0,0 0 0,0 1-1,0 1 1,1 0 0,0 1-1,-1 0 1,25 1 0,23 1 6,65 7 1,-100-4-19,221 11 17,116 9 33,-45-12 14,-289-10-37,-21 0-16,1 0 0,0 0 0,0-1 0,0-1 0,-1 0 0,21-6 0,-24 4 8,-13 9 9,1 1 0,1 0 0,-1 0-1,1 0 1,0 0 0,0 1 0,1-1 0,0 1 0,0 0 0,0 0 0,1 0 0,0 1-1,-1 10 1,0 11 44,1-1 0,2 41-1,3-26 26,1-1 0,3 1 0,15 55 0,49 124 317,-27-94-180,-8-20-45,39 134 2,-64-200-162,-3 1 0,-1 0 0,3 74 0,-10-117-20,0 1 1,0 0-1,0 0 1,0 0-1,0 0 0,0 0 1,-1 0-1,1 0 1,0 0-1,0 0 1,-1-1-1,1 1 1,-1 0-1,1 0 0,0 0 1,-1 0-1,0-1 1,1 1-1,-1 0 1,1-1-1,-1 1 1,0 0-1,1-1 0,-1 1 1,0-1-1,0 1 1,0-1-1,0 1 1,-28 2 12,17-3-4,-27 0 25,-1-2-1,1-1 1,0-2-1,0-2 1,-43-14-1,-189-74 163,168 57-72,69 25-108,19 9-16,0 0-1,1-2 1,0 0-1,0 0 0,0-1 1,1-1-1,0 0 1,-19-17-1,29 21-187,0-1 1,1 0-1,0 0 1,0 1-1,0-1 1,0 0-1,1 0 1,0-1-1,0 1 1,0 0-1,1 0 1,-1-1-1,1 1 1,1 0-1,-1 0 1,1-1-1,2-7 1,-3 13 173,7-45-4957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58.2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9540,'0'0'3349,"27"-8"-2330,16-5-631,0 1 0,1 3 0,69-7 0,320 20 253,2 34-342,-210-19-777,347-16 0,-477-13-1223,-38 0-2371,-37 6-3006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0:58.6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1 184 10597,'0'0'1697,"278"-33"-1505,-91 12 352,25-7-208,15-1-336,-9-7-32,-14 0-4370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00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1 144 6723,'0'0'4917,"24"-6"-3906,5-1-603,2-2 135,1 3 1,62-6-1,286 0 2419,-379 12-2920,0 0 0,0 0-1,0 0 1,0 0 0,-1-1 0,1 1 0,0 0 0,0-1 0,0 1 0,0 0-1,-1-1 1,1 1 0,0-1 0,0 1 0,-1-1 0,1 1 0,0-1 0,-1 1 0,1-1-1,-1 0 1,1 0 0,0 1 0,-1-1 0,0 0 0,1 0 0,-1 1 0,1-1 0,-1 0-1,0 0 1,0 0 0,0 0 0,1 0 0,-1 1 0,0-1 0,0 0 0,0 0 0,0 0-1,0 0 1,0 0 0,-1 0 0,1 1 0,0-1 0,0 0 0,-1-1 0,0-8 210,1 19 202,0 5-345,0 1 1,1-1-1,1 1 0,0 0 0,5 16 1,34 134 122,-39-228 37,-1 40-243,-1 0 1,-1-1-1,-1 1 1,-1 0-1,-1 0 0,-1 1 1,-12-32-1,16 52 233,4 40-89,1 1 0,2-1 0,12 43 1,-3-13-4,-9-188 468,-6-64-491,0 183-137,0 1 0,0-1 0,1 1 0,-1-1 0,0 1 0,0-1-1,1 1 1,-1-1 0,0 1 0,1-1 0,-1 1 0,0 0 0,1-1 0,-1 1 0,0-1 0,1 1 0,-1 0-1,1-1 1,-1 1 0,1 0 0,-1 0 0,1-1 0,-1 1 0,1 0 0,-1 0 0,1 0 0,0 0 0,-1 0-1,1-1 1,-1 1 0,1 0 0,-1 0 0,1 0 0,0 1 0,24 0 3,-21 0-8,2 0-5,0 1 1,0 0 0,-1 0 0,1 1 0,-1-1-1,1 1 1,-1 0 0,0 1 0,0-1 0,-1 1 0,1 0-1,-1 0 1,1 1 0,-1-1 0,-1 1 0,1 0 0,-1 0-1,4 7 1,0-1-2,-1 0 0,-1 1 0,0 0 0,-1 0-1,0 0 1,0 1 0,2 23 0,-4-29 10,-2 0 0,1 0 1,-1 0-1,0 1 0,-1-1 0,1 0 0,-2 0 1,1 0-1,-1 0 0,0-1 0,0 1 1,0 0-1,-1-1 0,0 0 0,-1 1 0,1-1 1,-1 0-1,-1-1 0,1 1 0,-1-1 1,0 0-1,0 0 0,0 0 0,-1-1 0,1 1 1,-1-2-1,0 1 0,0 0 0,-1-1 1,1 0-1,-1-1 0,-7 2 0,-22 7-1433,34-23-11934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02.1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0 232 5539,'0'0'8670,"1"31"-6989,17 210 170,-8-108-220,-10 190 0,-3-157 523,1-471-1938,4-334-250,-2 633 30,0 1 1,1-1 0,-1 1 0,1-1 0,0 0-1,1 1 1,-1 0 0,1-1 0,0 1 0,0 0-1,1 0 1,0 0 0,0 0 0,0 0 0,6-6-1,-4 6 0,0 1-1,1 1 1,-1-1-1,1 1 1,0 0-1,0 0 1,0 1-1,0-1 1,0 1-1,1 1 1,-1-1-1,0 1 1,9 0-1,88-6 5,-1 4 0,169 19 0,334 14 5,-495-29-7,235-6-9,-263-1 9,-1-3 1,97-23-1,-142 24 0,57-17 12,-90 24 0,0 0 1,0 0 0,0 0-1,0 1 1,0-1 0,0 1-1,0 0 1,0 0-1,0 0 1,1 0 0,-1 1-1,0-1 1,0 1 0,0 0-1,0 0 1,0 0 0,0 0-1,0 0 1,-1 1 0,1-1-1,0 1 1,-1 0 0,1 0-1,-1 0 1,1 0-1,-1 0 1,3 4 0,0 0 17,0 1 1,-1-1 0,0 1-1,-1 0 1,1 0-1,-1 0 1,-1 1 0,1-1-1,2 14 1,41 310 19,37 170 45,-7-113-76,-74-374-18,3 1-25,-4-14 7,-1-1 0,1 1 0,-1-1 0,0 0 1,1 1-1,-1-1 0,0 1 0,1-1 0,-1 1 0,0-1 0,1 1 1,-1-1-1,0 1 0,0-1 0,0 1 0,0 0 0,1-1 1,-1 1-1,0-1 0,0 1 0,0-1 0,0 1 0,0 0 1,0-1-1,-1 1 0,1-1 0,0 1 0,0-1 0,0 1 0,0 0 1,-1-1-1,1 1 0,0-1 0,-1 1 0,1-1 0,0 1 1,-1-1-1,1 0 0,0 1 0,-1-1 0,1 1 0,-1-1 1,1 0-1,-1 1 0,1-1 0,-1 0 0,1 0 0,-1 1 0,1-1 1,-1 0-1,1 0 0,-1 0 0,0 0 0,1 0 0,-1 1 1,1-1-1,-1 0 0,1 0 0,-1 0 0,0-1 0,1 1 0,-1 0 1,0 0-1,-615-39-1205,-1-46 1387,-4-1 850,388 70-3470,216 10-3079,14-5-5357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02.5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6659,'0'0'9604,"58"178"-7987,-35-72-464,2 13-161,-5 2-175,-8-4-353,-6-4-464,-6-9-144,0-19-4274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09.2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1 129 9476,'0'0'6096,"19"-21"-5653,65-60-259,-81 78-166,1 0-1,-1 0 0,1 1 1,0 0-1,-1 0 0,1 0 1,0 0-1,0 1 0,0-1 1,1 1-1,-1 0 0,0 0 1,0 0-1,1 1 0,-1 0 1,0 0-1,8 0 0,1 1 88,-11-1-99,0 0 1,-1 1-1,1-1 1,0 0-1,-1 1 1,1 0 0,0-1-1,-1 1 1,1 0-1,-1 0 1,0 0-1,1 0 1,-1 0 0,0 0-1,1 0 1,-1 0-1,0 0 1,0 1-1,0-1 1,0 0-1,0 1 1,0-1 0,0 1-1,-1-1 1,1 1-1,0 0 1,-1-1-1,1 1 1,-1-1 0,0 1-1,0 0 1,1 0-1,-1-1 1,0 1-1,-1 0 1,1 1 0,0 5 3,0 0 0,-1 0 1,0 0-1,0 0 0,-1-1 0,0 1 1,-3 8-1,-2-2 4,-1 0-1,-1-1 1,0-1-1,0 1 1,-1-1 0,-1-1-1,0 0 1,-1 0-1,0-1 1,-24 15-1,65-24 52,2-1-79,-19-1 0,1 0 1,0 2-1,0-1 1,-1 2 0,15 2-1,-24-3 4,0 0 0,0 1 0,1-1 0,-1 0 0,0 1 0,0 0 0,0 0 0,-1 0-1,1 0 1,0 0 0,-1 0 0,1 1 0,-1-1 0,0 1 0,0 0 0,0 0 0,0 0 0,0 0 0,-1 0 0,1 0 0,-1 0 0,0 0-1,2 6 1,-2-2 26,1 0 1,-1 0-1,0 0 0,0 0 0,-1 0 0,0 1 0,0-1 0,-1 0 0,0 0 0,0 0 0,-1 0 0,1 0 0,-2 0 0,1-1 1,-1 1-1,0 0 0,0-1 0,-1 0 0,1 0 0,-2 0 0,1 0 0,-1-1 0,1 1 0,-1-1 0,-1-1 0,1 1 1,-1-1-1,-6 4 0,-15 9 386,0-2 1,-1-1-1,-1-1 1,0-2-1,-33 9 1,46-12-352,40-6-14295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09.5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56 10293,'0'0'2315,"27"-10"-1746,78-29 223,-81 33-424,-19 11-32,-6 4-112,0-1 0,0 1 0,-1-1-1,0 1 1,0-1 0,-1 0 0,0 0-1,0 0 1,-1 0 0,0-1 0,-1 1-1,1-1 1,-1 0 0,-1 0 0,-6 6-1,1 1 374,0 1 0,-14 27 0,23-36-460,-1-1 0,1 1-1,0 0 1,0 0 0,1 1-1,0-1 1,0 0 0,0 0 0,1 1-1,0-1 1,1 12 0,0-15-95,0 1 0,0-1 0,0 0 0,0 0 0,0 1 0,1-1 0,-1 0 0,1 0 0,0 0 0,0-1 0,0 1 0,0 0 0,0-1 0,1 1 1,-1-1-1,4 3 0,1-1 5,-1 1 1,1-2-1,0 1 1,1-1 0,-1 0-1,14 4 1,6-2-117,-1 0 0,1-2 1,31 0-1,23-4-2153,-12-8-2807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1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 0 9284,'0'0'3020,"-13"30"-1483,-39 99-355,48-118-1020,1 0 1,0 0-1,1 1 1,1-1-1,-1 1 1,2-1-1,-1 1 0,3 19 1,0-8 48,-1-9-149,1-1 1,0 1-1,1-1 1,1 1-1,0-1 1,1 0 0,8 16-1,-11-24-98,0-1 0,0 1 0,1-1 0,-1 0 0,1 0 0,0 0 0,0 0-1,1-1 1,-1 1 0,1-1 0,0 0 0,0 0 0,0 0 0,0 0 0,0-1 0,0 1 0,1-1 0,-1 0 0,1-1-1,0 1 1,0-1 0,-1 0 0,7 1 0,-8-2-141,-1-1 0,1 1 0,-1-1 0,0 1 0,1-1 0,-1 0 0,0 0 0,1 0 0,-1 0 0,0 0 0,0 0 0,0-1 0,0 1 0,0-1 0,0 0 0,0 1 0,-1-1 0,1 0 0,-1 0 0,1 0 0,-1 0 0,0 0 0,1 0 0,-1-1 0,0 1 0,-1 0 0,1 0 0,0-1 0,0-3 0,1-2-25,0-1 1,-1 1-1,0-1 0,-1 1 1,0-1-1,0 0 1,-2-13-1,1 21 327,0-1-1,0 1 1,0 0 0,0-1-1,0 1 1,0 0 0,-1-1-1,1 1 1,0 0 0,-1 0-1,1 0 1,0 0 0,-1 0 0,1 1-1,-1-1 1,0 0 0,1 1-1,-1-1 1,0 1 0,1 0-1,-1-1 1,0 1 0,1 0-1,-1 0 1,-2 0 0,1 0 126,0-1 0,-1 1 0,1 0 0,0 0-1,-1 1 1,1-1 0,0 0 0,0 1 0,-1 0 0,1 0 0,0 0 0,0 0 0,-4 3 0,3 1-83,0-1 1,1 1-1,-1 1 0,1-1 1,0 0-1,0 1 0,1 0 1,0-1-1,0 1 0,0 0 1,-2 12-1,-8 73 614,12-86-777,-1 39-296,1-29-2356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1.6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0 11909,'0'0'6049,"-3"18"-5222,-8 54-214,10-69-571,1 0 0,0-1 0,-1 1 0,1 0 0,1 0 0,-1 0 0,0-1 0,0 1 0,1 0 0,0 0-1,-1-1 1,1 1 0,0-1 0,1 1 0,-1-1 0,0 1 0,1-1 0,-1 1 0,1-1 0,0 0 0,-1 0 0,1 0 0,0 0 0,1 0 0,-1 0-1,0-1 1,0 1 0,1-1 0,-1 1 0,1-1 0,-1 0 0,1 0 0,4 1 0,5 1-36,0 0 0,1-1-1,0-1 1,-1 0 0,19-1 0,-23 0-37,-7 0-4,1 0 0,-1 0 0,1 0 0,-1 0 0,1 0 0,-1-1 0,1 1 0,-1 0 1,1-1-1,-1 1 0,1-1 0,-1 0 0,0 1 0,1-1 0,-1 0 0,0 0 0,0 0 0,1 0 0,-1 0 0,0 0 0,0 0 0,1-3 0,0 1 25,-1 0 1,0 0-1,0 0 1,0 0-1,0 0 0,-1 0 1,1 0-1,-1 0 1,0 0-1,0-4 0,0 6 251,0 13 404,5 58 153,3 1 0,2-1 1,32 109-1,-27-118-907,-5-15-1105,-8-10-2827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53.3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89 2721,'0'0'18486,"7"-1"-17176,24-10 116,-31 11-1364,1-1-1,0 1 1,-1 0 0,1-1-1,-1 1 1,1-1-1,0 0 1,-1 1-1,1-1 1,-1 1-1,0-1 1,1 0-1,-1 1 1,1-1-1,-1 0 1,0 1-1,0-1 1,1 0-1,-1 0 1,0-1-1,0 1 4,0 0 0,-1 0 0,1 0 0,0-1 0,-1 1 0,1 0-1,-1 0 1,1 0 0,-1 0 0,0 0 0,0 0 0,1 0 0,-1 0 0,0 0 0,0 0-1,0 0 1,0 0 0,-1 0 0,-5-4 8,-1 0 0,1 1 0,-1 0 0,0 1 0,0-1 0,0 1 0,-1 1 0,1 0 0,-1 0 0,-12-1 0,-95-2 259,101 5-256,-1 0-13,1 0 0,-1 0 0,1 2 0,-1 0 0,1 0 0,0 1 0,0 1-1,0 1 1,0 0 0,1 1 0,0 1 0,0 0 0,-13 9 0,6-2 9,0 1 0,1 1 0,1 0 0,1 2 0,-20 22 1,30-29-45,0 0 1,0 0 0,1 1 0,1 0 0,0 0 0,0 1 0,2 0-1,-1 0 1,2 0 0,0 0 0,-3 19 0,4-6 7,1 0 0,1 0 0,1 1 0,2-1 0,0 0 1,2-1-1,1 1 0,0-1 0,2 0 0,12 25 0,-11-32-19,0 1 0,2-1-1,0 0 1,1-1 0,1 0 0,0-1 0,1-1-1,1 0 1,1-1 0,0-1 0,0 0 0,1-1-1,20 10 1,-12-11-10,0-1 0,1-1 1,0-1-1,0-1 0,1-2 0,0-1 0,0-1 1,0-1-1,37-2 0,-58 1-8,0-2 0,-1 1 0,1 0-1,-1-1 1,1 0 0,-1 0 0,1-1 0,-1 1-1,0-1 1,0-1 0,1 1 0,-2-1 0,1 1-1,0-1 1,0-1 0,-1 1 0,6-6 0,-5 3-3,-1 0 0,1-1 1,-1 1-1,-1-1 0,1 0 1,-1 0-1,0 0 0,-1 0 0,0-1 1,0 1-1,-1 0 0,2-11 1,-1-1 12,0 1 1,-1-1-1,0 0 1,-2 0-1,-3-23 0,3 36-11,-1-1 0,0 1-1,0-1 1,0 1-1,-1 0 1,0 0 0,0 0-1,-1 0 1,1 1-1,-1-1 1,0 1 0,-1 0-1,1 0 1,-1 0-1,0 1 1,0 0-1,-10-7 1,7 6-201,1 1 1,-1-1-1,0 1 0,-1 1 0,1-1 1,-1 2-1,1-1 0,-1 1 0,0 0 0,-15-1 1,24 4-57,-1-1-1,1 0 1,-1 1 0,1-1 0,-1 1 0,1-1 0,-1 1 0,1-1 0,0 1-1,-1-1 1,1 1 0,0-1 0,-1 1 0,1 0 0,0-1 0,0 1 0,0-1 0,0 1-1,-1 0 1,1-1 0,0 1 0,0 0 0,0-1 0,0 1 0,0-1 0,1 1-1,-1 0 1,0-1 0,0 2 0,4 19-4029,10 5-1979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53.6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1 159 7892,'0'0'2281,"29"0"-950,168 0 2879,-188 0-3695,0-1 0,0 1-1,1-1 1,-1-1 0,0 0 0,0 0 0,17-7-1,-23 7-400,0 1 0,-1-1 0,1 1 0,0-1 0,0 0 0,-1 0 0,1 0 0,-1-1 0,0 1 0,0-1 0,0 1 0,0-1-1,0 1 1,0-1 0,-1 0 0,1 0 0,-1 0 0,0 0 0,0 0 0,0 0 0,0-1 0,-1 1 0,1 0 0,-1 0 0,0-6-1,0 7-100,-1-1 0,0 0 0,0 1 0,0-1 0,-1 1 0,1 0 0,0-1 0,-1 1 0,0 0 0,0 0 0,1 0 0,-1 0 0,0 0 0,-1 0 0,1 0 0,0 1 0,0-1 0,-1 1 0,1 0 0,-1-1 0,1 1 0,-1 0 0,-4 0 0,-5-4 134,0 1-1,0 1 0,-24-4 0,29 6-59,-5-1 235,0 1 0,0 1 0,0 0 0,-24 2 0,34-1-270,-1-1 0,1 1-1,0-1 1,-1 1 0,1 0-1,0 0 1,0 0 0,-1 0 0,1 0-1,0 1 1,0-1 0,0 1-1,1-1 1,-1 1 0,0 0 0,0-1-1,1 1 1,-1 0 0,1 0-1,0 0 1,0 0 0,0 1-1,0-1 1,0 0 0,0 0 0,0 1-1,1-1 1,-1 0 0,1 1-1,-1 3 1,0 14 58,0 0 0,1 0-1,1 0 1,1 0 0,1 0 0,1 0-1,6 19 1,-7-30-111,0 0 0,0 0 0,1-1-1,0 1 1,1-1 0,0 0 0,0-1 0,1 1-1,0-1 1,0 0 0,1 0 0,-1-1-1,1 0 1,1 0 0,-1-1 0,1 0 0,12 6-1,-15-9-216,0 0 0,0 0-1,0-1 1,0 1 0,0-1-1,1-1 1,-1 1 0,0-1-1,0 0 1,1 0 0,-1 0-1,0-1 1,0 0 0,1 0-1,-1 0 1,0 0 0,0-1-1,0 0 1,-1 0 0,1-1 0,0 1-1,-1-1 1,6-4 0,2-3-1409,0-1 1,0 0 0,-1 0 0,-1-1-1,0-1 1,12-19 0,10-21-7533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54.3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11157,'0'0'8967,"22"22"-7294,67 75-558,-79-87-899,-1 1-1,0 0 1,-1 1 0,-1 0 0,0 0 0,0 1 0,-1-1-1,-1 1 1,0 1 0,4 19 0,-8-30-162,6 18 681,-8-37-134,-1-17-638,-7-149-161,9 182 665,10 22-138,-8-15-276,22 85 253,8 23-6,-28-102-639,1 0 1,1-1-1,0 1 1,0-1-1,1-1 1,13 16-1,-18-25-80,0 1 0,1-1-1,-1 1 1,1-1 0,0 0-1,0 0 1,0-1 0,0 1-1,0 0 1,0-1 0,0 0-1,6 2 1,25 1-8496,-33-5 8675,0 1-1,0-1 1,0 1 0,1-1 0,-1 1 0,0-1 0,0 1-1,-1-1 1,1 0 0,0 1 0,0-1 0,0 0-1,0 0 1,-1 0 0,1 0 0,0 0 0,-1 0 0,1 0-1,0 0 1,-1 0 0,0 0 0,1-2 0,13-37 2322,-6 14 154,-2 16-1567,0 1-1,0 0 1,1 0-1,0 1 1,1-1 0,0 2-1,0-1 1,1 1 0,14-9-1,-14 10-22,0-1-1,0 0 0,-1 0 0,0-1 1,0 0-1,-1 0 0,0-1 1,0 1-1,7-15 0,-12 19-549,0 1 0,-1-1 0,0 1 0,1-1 0,-1 0 0,-1 0 0,1 1 0,-1-1 0,1 0 0,-1 0 0,0 0 0,0 0 0,-1 0 0,1 1 0,-1-1 0,-2-6 0,2 7-91,0 0 0,-1 1 0,1-1 0,-1 1 1,0 0-1,0-1 0,0 1 0,0 0 0,0 0 0,0 0 0,-1 1 1,1-1-1,0 0 0,-1 1 0,0-1 0,1 1 0,-1 0 0,0 0 1,1 0-1,-1 0 0,-4 0 0,-3-1 95,0 0 0,0 1 0,-1 0-1,1 0 1,0 1 0,0 0 0,-1 1 0,1 1-1,-13 2 1,19-2-49,0-1-1,1 0 1,0 1-1,-1 0 1,1 0-1,0 0 1,0 0-1,0 0 1,0 1-1,0-1 1,1 1-1,-1 0 1,1 0-1,0 0 1,-1 0-1,1 0 1,1 0-1,-1 1 1,0-1-1,1 1 1,0-1-1,0 1 1,0-1-1,0 1 1,0 0-1,1-1 1,-1 1-1,1 5 0,-1 0-8,1 1 0,-1-1 0,1 1 0,1-1 0,0 1 0,0-1 0,1 1 0,0-1 0,1 0 0,0 0 0,0 0 0,1 0 0,0 0 0,1-1 0,0 1 0,0-1 0,1-1 0,6 8 0,7 8 17,2-1 0,28 24 1,-42-41-159,-1 0 0,1 0 0,0-1 0,0 0 1,0 0-1,1 0 0,-1-1 0,1 0 0,0-1 1,0 0-1,0 0 0,0 0 0,10 0 0,-15-2-101,0-1 0,-1 1 1,1 0-1,0-1 0,-1 0 0,1 0 0,-1 0 0,1 0 0,-1 0 0,0 0 0,1 0 0,-1-1 0,0 1 1,0-1-1,0 0 0,3-3 0,0 0-379,0-1 0,-1 0 0,0 0 1,0-1-1,0 1 0,2-7 0,0-3-1209,0-1 0,-1 1-1,-1-1 1,4-26 0,-6-13-2982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55.0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88 6035,'0'0'12227,"9"23"-10384,28 73-383,-34-90-1175,-1 0 0,0 0 1,0 0-1,0 0 0,-1 1 1,0-1-1,0 0 0,-1 1 1,0 9-1,0-1 893,0-14 86,2-12-469,1 4-850,1-1 0,0 1 0,1 0-1,-1 0 1,2 1 0,-1-1 0,0 1-1,1 0 1,0 1 0,1-1 0,-1 1-1,1 0 1,0 1 0,0 0 0,14-6-1,15-6-923,1 2 0,41-10 0,-37 11 11,56-20 128,-103 36 1148,1 0 0,0 1 0,0-1 0,1 1 0,-1 1 1,1-1-1,0 1 0,0-1 0,0 1 0,0 0 0,1 0 0,-3 7 0,1-4-162,1 1 1,0 0-1,0 0 1,1 0-1,0 0 0,1 0 1,0 1-1,-1 9 1,2-15-125,1-1 0,-1 1 0,1-1 1,0 0-1,0 1 0,1-1 1,-1 1-1,1-1 0,-1 0 0,1 1 1,0-1-1,0 0 0,1 0 1,-1 0-1,1 0 0,-1 0 0,1 0 1,4 5-1,-2-6-22,0 0 0,0 0 0,0 0-1,0-1 1,1 1 0,-1-1 0,0 0 0,1 0 0,-1-1 0,1 1-1,-1-1 1,1 0 0,6-1 0,-8 1-44,-1 0-1,0-1 1,0 1 0,0-1 0,0 0-1,0 0 1,0 0 0,0 0-1,0 0 1,0 0 0,0 0-1,-1 0 1,1-1 0,0 1 0,-1-1-1,1 1 1,-1-1 0,0 0-1,1 0 1,-1 0 0,0 1-1,0-1 1,0 0 0,0 0 0,-1 0-1,1 0 1,0-1 0,-1 1-1,1 0 1,-1 0 0,0-5-1,2-10-225,0-1 0,-3-35 0,0 31 377,1 3 784,0 22 593,2 30-812,-1-25-712,0-1 1,0 1 0,1-1 0,0 0-1,0 1 1,1-1 0,0 0-1,0 0 1,1-1 0,6 11-1,-7-14-202,1 0 0,-1 0 1,1 0-1,0 0 0,0 0 0,0-1 0,0 0 0,0 0 0,0 0 0,1 0 0,-1 0 0,1-1 0,-1 0 0,1 0 1,0 0-1,-1-1 0,1 0 0,5 0 0,4 1-1355,1-1-1,-1-1 1,0 0 0,0-1-1,0 0 1,0-1 0,26-9 0,-35 9 1087,1 0 1,0 0 0,-1 0-1,0-1 1,0 1 0,0-1-1,0-1 1,6-6 0,-7 6 730,0-1 1,0 1 0,-1-1-1,0 0 1,0 1 0,0-2-1,-1 1 1,0 0 0,2-9-1,-2 2 677,0 1 0,0-1-1,-2 0 1,1 1 0,-2-1 0,1 0-1,-5-17 1,5 28-741,0-1 1,-1 1-1,1 0 1,-1-1-1,0 1 0,0 0 1,0-1-1,0 1 1,0 0-1,0 0 1,0 0-1,-1 0 0,1 0 1,-1 0-1,0 0 1,1 1-1,-1-1 0,0 1 1,0-1-1,0 1 1,0-1-1,0 1 0,-1 0 1,1 0-1,0 0 1,0 0-1,-1 1 0,1-1 1,-1 1-1,1-1 1,0 1-1,-1 0 1,1 0-1,-1 0 0,1 0 1,-1 0-1,1 1 1,0-1-1,-1 1 0,1-1 1,-1 1-1,1 0 1,0 0-1,-4 2 0,2-1-3,0 1-1,0-1 0,1 1 0,-1-1 0,1 1 0,0 0 1,0 1-1,0-1 0,0 0 0,0 1 0,1 0 0,-1-1 1,1 1-1,0 0 0,0 0 0,1 1 0,-1-1 0,1 0 1,0 0-1,0 1 0,0 5 0,-2 14 402,1 0-1,1 41 1,1-41-469,0-20-140,0-1 1,0 1-1,1 0 1,-1-1-1,1 1 0,-1-1 1,1 1-1,0-1 1,1 1-1,-1-1 0,1 0 1,-1 0-1,1 1 1,0-1-1,0 0 0,0-1 1,0 1-1,1 0 1,-1-1-1,1 1 0,0-1 1,0 0-1,5 4 0,-3-4-528,0 0 0,0 0 0,0-1 0,0 1 0,1-1 0,-1 0 0,0-1 0,1 1 0,-1-1 0,0 0 0,1-1 0,-1 1 0,0-1 0,1 0 0,8-3 0,24-15-7617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55.4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0 17592,'0'0'8460,"-2"5"-7761,-1 7-532,0 0 0,0 1 0,1-1 0,0 13 0,2-24-237,0-1 0,0 1-1,1 0 1,-1-1 0,0 1 0,0-1 0,0 1 0,1-1-1,-1 1 1,0-1 0,0 0 0,1 1 0,-1-1 0,1 1-1,-1-1 1,0 0 0,1 1 0,-1-1 0,1 0 0,-1 1-1,1-1 1,-1 0 0,1 0 0,-1 1 0,1-1-1,-1 0 1,1 0 0,-1 0 0,1 0 0,-1 0 0,1 1-1,0-1 1,23 0-2046,-17 0 1356,4 0-766,1 0 0,-1 0-1,0-1 1,1-1 0,-1 0-1,0 0 1,0-1 0,-1-1 0,19-7-1,-28 10 1667,-1 1-1,1 0 1,-1 0 0,0-1-1,1 1 1,-1 0-1,1 0 1,-1 0 0,1 0-1,-1 0 1,1 0-1,-1 0 1,1 0 0,-1 0-1,1 0 1,-1 0-1,1 0 1,-1 0 0,0 0-1,1 0 1,-1 0-1,1 0 1,-1 1 0,1-1-1,-1 0 1,1 0-1,-1 1 1,0-1 0,1 0-1,-1 0 1,0 1-1,1-1 1,-1 0 0,0 1-1,1-1 1,-1 1-1,7 24 3301,-7 47 887,-1-50-2519,8 8 523,-7-29-2287,0-1 0,0 1-1,1 0 1,-1-1 0,0 1 0,1 0 0,-1-1 0,1 1-1,-1-1 1,1 1 0,-1-1 0,1 1 0,-1-1-1,1 0 1,-1 1 0,1-1 0,0 1 0,-1-1 0,1 0-1,0 0 1,-1 1 0,1-1 0,0 0 0,-1 0-1,1 0 1,0 0 0,0 0 0,-1 0 0,1 0 0,0 0-1,-1 0 1,1 0 0,0 0 0,-1 0 0,1-1-1,0 1 1,-1 0 0,1 0 0,0-1 0,0 0 0,1 0-131,-1 0 1,0-1-1,0 1 1,-1 0-1,1-1 1,0 1 0,0-1-1,-1 1 1,1-1-1,-1 1 1,1-1-1,-1 0 1,1 1 0,-1-1-1,0 1 1,0-4-1,1-35-3388,-1 25 725,3-37-7967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55.6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19033,'0'0'-123,"21"26"-4076,66 80 3799,-50-48 1220,-36-56-541,-1 0-1,1 0 1,0 0-1,0 0 1,0 0 0,1-1-1,-1 1 1,0 0-1,0-1 1,1 1 0,-1-1-1,1 1 1,0-1-1,-1 0 1,1 0 0,0 1-1,0-1 1,0 0-1,0-1 1,0 1 0,0 0-1,0-1 1,0 1-1,0-1 1,0 1-1,0-1 1,0 0 0,0 0-1,0 0 1,1 0-1,-1 0 1,0-1 0,2 0-1,4 2-211,-1 0 1,0 0-1,0 1 0,0 0 0,0 0 1,0 1-1,0-1 0,-1 1 0,1 1 0,-1-1 1,0 1-1,0 1 0,0-1 0,-1 1 0,1 0 1,-1 0-1,0 0 0,5 8 0,10 14-1414,-1 1 0,26 50-1,-31-52-905,4 6-2941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6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17 656 7587,'0'0'4984,"-2"24"-3455,-4 10-887,-1 22-64,5 11 6582,2-98-4484,14-221-1319,1-11-914,-15-27 1865,1 324-2364,2 1 0,2-1 0,11 42 0,35 102 51,24 30-10,-63-183 19,0 0-1,2-1 1,1-1 0,0 0-1,2-2 1,22 24-1,-38-44 7,0 1 0,0-1-1,0 1 1,1-1 0,-1 0-1,1 0 1,-1 1 0,1-1-1,0 0 1,-1 0 0,1 0-1,0-1 1,0 1 0,-1 0-1,1-1 1,0 1 0,0-1-1,0 0 1,0 1 0,0-1 0,0 0-1,0 0 1,0 0 0,-1 0-1,1-1 1,0 1 0,0-1-1,0 1 1,0-1 0,0 1-1,-1-1 1,1 0 0,0 0-1,0 0 1,-1 0 0,1 0-1,1-2 1,5-5 104,-1 0-1,-1 0 1,1 0-1,-2-1 1,10-17-1,-10 17-65,7-13-17,-1-1 0,-1 0 1,-1 0-1,-1-1 0,-1 0 1,-1-1-1,-1 0 0,-1 0 0,-1 0 1,-1-32-1,-3 20-710,-1-1 0,-1 0 0,-9-37 0,7 45-2597,5 30 3101,0-1 1,0 1-1,0 0 0,0 0 1,0-1-1,0 1 0,-1 0 1,1-1-1,0 1 0,0 0 1,0-1-1,0 1 1,0 0-1,1-1 0,-1 1 1,0 0-1,0-1 0,0 1 1,0 0-1,0-1 0,0 1 1,0 0-1,1 0 1,-1-1-1,0 1 0,0 0 1,0 0-1,1-1 0,-1 1 1,0 0-1,0 0 0,1 0 1,-1-1-1,0 1 1,0 0-1,1 0 0,21-2-11902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7.1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0 16616,'0'0'1686,"-1"37"-867,-2 10-381,-1 29 748,6 90-1,22 52 1164,-10-117-1042,0 111-1,-11-202-749,4-20-318,4-23-88,-7 20-125,8-28-152,2-1-1,2 2 1,25-48-1,-40 87 130,-1 0 0,1 0-1,-1 0 1,1 0 0,-1 0-1,1 1 1,-1-1 0,1 0-1,0 0 1,-1 1 0,1-1-1,0 0 1,0 1 0,0-1-1,-1 1 1,1-1 0,0 1-1,0-1 1,0 1 0,0-1 0,0 1-1,0 0 1,0 0 0,0 0-1,0-1 1,0 1 0,0 0-1,0 0 1,2 1 0,-1 0 14,0 0 0,0 0 1,0 0-1,0 0 0,0 0 1,0 1-1,0-1 0,0 1 1,-1 0-1,1-1 0,-1 1 1,3 3-1,4 7 113,-1 0 1,13 28-1,-20-40-128,27 81 204,-21-58-383,2-1 0,18 42 0,-24-62-34,-1 0 1,0 0 0,1 1 0,0-1 0,-1 0 0,1 0-1,0 0 1,0-1 0,0 1 0,0 0 0,0-1-1,0 1 1,4 0 0,-2 0-632,0-1-1,0 0 1,0 0-1,0 0 1,0 0 0,1-1-1,6 0 1,23 0-7813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7.2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 7924,'0'0'15719,"-9"124"-15383,9-96-288,0-10-48,0-2-1024,18-11-1266,10-5-1231,4 0-2290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7.5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0 114 8772,'165'-97'4618,"-131"81"-3473,-22 17-572,-2 9-187,0 0 0,-1 1-1,0 0 1,-1 0 0,0 1 0,9 18-1,6 8 528,-2-5-249,-1 2 1,-1 0-1,16 44 1,-27-55-265,0 0 0,-2 0 0,-1 1 0,-1-1 0,-1 1 0,-1 30 0,-1-35-56,-1-1-1,-1 1 0,-1-1 1,-1 0-1,-6 24 1,7-39-301,1 0 0,-1 0 1,1 0-1,-1 0 0,0 0 0,-1-1 1,1 1-1,-1 0 0,1-1 0,-1 0 1,0 0-1,0 0 0,-1 0 1,1 0-1,-1 0 0,1-1 0,-1 0 1,0 0-1,0 0 0,0 0 0,0 0 1,0-1-1,0 0 0,0 0 1,-1 0-1,1 0 0,0-1 0,-1 1 1,-5-2-1,-6 2-73,-22-1-122,37 0 54,-1 0 0,1 0 0,0 0 0,0-1 0,0 1 0,0 0 0,0-1 0,0 1 0,0-1 0,0 1 0,0-1 0,0 0 0,0 1 0,0-1 0,0 0 0,0 0 0,0 1 0,0-1 0,1 0 0,-1 0 0,0 0 0,1 0 0,-1 0 0,1 0 0,-1 0 0,0-2 0,-1-32-3624,2-10-1947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7.8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91 17432,'0'0'1233,"-11"23"130,-31 77 179,38-88-1230,1 0-1,1 1 1,-1-1 0,2 1-1,0-1 1,0 1-1,1 0 1,1-1 0,0 1-1,4 15 1,-5-25-264,1 0 1,0 0-1,0 0 1,0 0-1,1 0 0,-1 0 1,1 0-1,-1-1 0,1 1 1,0 0-1,0-1 0,0 0 1,0 1-1,1-1 0,-1 0 1,1 0-1,-1 0 0,1 0 1,0-1-1,0 1 0,0-1 1,0 1-1,0-1 0,0 0 1,0 0-1,0-1 1,0 1-1,0 0 0,0-1 1,1 0-1,-1 0 0,0 0 1,0 0-1,1-1 0,-1 1 1,0-1-1,0 0 0,0 0 1,0 0-1,0 0 0,0 0 1,0-1-1,0 1 0,0-1 1,-1 0-1,1 0 0,-1 0 1,5-4-1,-3 1-6,1-1 0,-1 0 0,-1 0-1,1-1 1,-1 1 0,0-1 0,0 1-1,-1-1 1,0 0 0,0 0 0,1-10 0,0-8 47,-1-48 1,-2 58-77,-1 2-154,0 0-1,-1-1 1,-1 1 0,0 1 0,-1-1-1,0 0 1,0 1 0,-2 0 0,0 0 0,-13-20-1,11 17-636,8 15 542,-1-1-1,1 1 1,-1-1-1,1 0 1,-1 1 0,1-1-1,0 0 1,-1 1-1,1-1 1,0 0 0,0 1-1,-1-1 1,1 0-1,0 0 1,0 1 0,0-1-1,0 0 1,0 0-1,0 1 1,0-1 0,0 0-1,0 0 1,1 1-1,-1-1 1,0 0-1,0 0 1,1 1 0,-1-1-1,0 0 1,1 0-1,16-5-7166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8.1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368 40 14391,'0'0'7667,"-24"-7"-7003,-76-22-327,99 29-328,0-1 0,1 1 0,-1-1 0,0 1 0,0 0 0,0-1 0,0 1 0,0 0 0,0 0 0,1 0 0,-1-1 0,0 1 0,0 0 0,0 0 0,0 1 0,0-1 0,0 0 0,0 0 0,0 0 0,0 1 0,1-1 0,-1 0 0,0 1 0,0-1 0,0 0 0,0 1 0,1-1 0,-1 1 0,-1 1 0,3 13-23,0-13 35,1 12 3,0-1 1,0 1-1,1-1 1,1 0-1,1 0 1,0 0-1,0 0 1,1-1-1,1 0 1,9 14-1,-7-13 30,-1 1 0,-1 0 0,0 0 0,0 1 0,-2 0 0,0 0 0,-1 0 0,4 22 0,-7-33 13,-1 0-1,1 0 1,-1 0-1,0 1 1,0-1-1,0 0 1,-1 0 0,1 0-1,-1 0 1,0 0-1,0 0 1,0 0-1,-1 0 1,0-1-1,1 1 1,-1 0 0,0-1-1,-1 1 1,1-1-1,-1 0 1,1 0-1,-1 0 1,0 0-1,0 0 1,0 0 0,-1-1-1,1 0 1,-1 0-1,1 0 1,-1 0-1,0 0 1,0-1 0,1 1-1,-1-1 1,0 0-1,0 0 1,-1-1-1,-4 1 1,-5 2-1,0-1 1,1-1 0,-1 0-1,0-1 1,0 0 0,-16-3-1,24 2-346,1-1 0,-1 1 0,1-1 0,0 0 0,-1 0 0,1-1 1,0 0-1,0 0 0,0 0 0,1 0 0,-1-1 0,1 1 0,0-1 0,0 0 0,0-1 0,0 1 0,-4-8 0,-15-29-5504,3-4-4223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1:18.3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16872,'0'0'2417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0.4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138 106 256,'0'0'7369,"-14"0"-5587,-23 2-675,-50 1 7422,99-11-7331,19-7-1095,1 1 0,1 1-1,0 2 1,1 1 0,-1 2 0,43-5-1,212-5 9,-177 17-97,0 5 0,177 29 1,1015 267 102,-1097-244 90,371 154-1,-486-167-41,-3 3 0,-1 4-1,-2 3 1,-3 4 0,-3 4-1,92 91 1,-1 47 537,-9-9 109,-149-177-740,43 48-10,-52-56-20,0 0-1,0 0 1,0 0 0,-1 0 0,1 1-1,-1-1 1,-1 1 0,1-1 0,-1 1-1,0 0 1,0-1 0,-1 7-1,0-11 585,0-46 482,1 37-1090,1 1-1,-1-1 1,1 0-1,0 1 1,1-1 0,0 1-1,0 0 1,0 0-1,1 0 1,0 0 0,1 0-1,-1 1 1,1 0 0,0 0-1,1 0 1,-1 1-1,1 0 1,10-7 0,13-9-19,2 1 1,50-26 0,-76 44 4,22-11-6,-18 9 3,0 0 0,-1-1 0,1 1 0,-1-2 0,8-6 0,-15 10-11,-13 3-103,-12 4 99,0 1 0,-36 15 1,-18 5 31,-20-2 36,0-5 1,-126 10-1,213-29-10,9 0 840,10 0-459,5 1-387,-1 0 0,1 1 0,-1 0 0,0 1 0,0 1-1,0 0 1,22 10 0,81 51 0,-50-26-9,-16-11 46,1 1-32,0-2-1,2-2 1,83 28-1,-133-53-31,0 1 0,-1-1 0,1 0 0,0 1-1,0-1 1,-1 0 0,1 0 0,0 0 0,0 0 0,-1 0-1,1-1 1,0 1 0,-1-1 0,1 1 0,0-1 0,-1 1-1,1-1 1,-1 0 0,1 0 0,-1 0 0,1 0 0,-1 0-1,1 0 1,-1 0 0,0 0 0,0 0 0,1-1 0,-1 1-1,0-1 1,0 1 0,-1-1 0,1 1 0,1-3-1,2-6 34,-1 1-1,0-1 1,-1 0-1,3-17 0,-3 13-3,5-42 273,-3 0 1,-2-1 0,-7-75 0,5 124-61,-5-48-611,3 48-1636,2 36-1746,0 29-4129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1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15367,'0'0'3620,"0"32"-3054,0 201 1382,0-214-1650,0 1 0,2-1 0,0 0 0,1 0 0,1 0 1,10 30-1,-10-39-57,1 0 0,0 0 0,1 0 0,0-1 0,1 0 0,-1 0 0,2-1 0,-1 0 0,1 0 0,1 0 0,-1-1 1,17 10-1,-12-9-275,1-1 0,0 0 1,0-1-1,0-1 0,1 0 1,0-1-1,-1 0 0,2-1 1,-1-1-1,0-1 0,0 0 1,16-1-1,-30 0-102,0 0-1,0 0 1,0 0-1,0 0 1,-1 0-1,1 0 1,0-1 0,0 1-1,0 0 1,-1-1-1,1 1 1,0 0-1,0-1 1,-1 1-1,1-1 1,0 1 0,-1-1-1,1 1 1,0-1-1,-1 1 1,1-1-1,-1 0 1,1 1 0,-1-1-1,1 0 1,-1 1-1,1-2 1,-1 0-205,0 1 1,1 0-1,-1-1 0,0 1 1,0 0-1,0-1 1,0 1-1,-1-1 0,1 1 1,0 0-1,0-1 0,-1 1 1,1 0-1,-1 0 1,0-1-1,1 1 0,-1 0 1,0 0-1,1 0 1,-2-2-1,-29-26-9335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1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18232,'0'0'4242,"184"-28"-4242,-156 28-1504,-16 0-2018,-12-6-3169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1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70 19097,'0'0'3137,"150"-70"-7715,-122 83-2769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1.8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96 11573,'0'0'4696,"10"25"-2570,1 8-1550,-1-3 581,22 44-1,-32-74-1126,0 0 0,0 0-1,0 1 1,0-1 0,0 0-1,0 1 1,0-1-1,0 0 1,1 0 0,-1 1-1,0-1 1,0 0 0,0 0-1,0 0 1,1 1-1,-1-1 1,0 0 0,0 0-1,1 0 1,-1 0 0,0 1-1,0-1 1,1 0-1,-1 0 1,0 0 0,0 0-1,1 0 1,-1 0 0,0 0-1,0 0 1,1 0-1,-1 0 1,0 0 0,1 0-1,-1 0 1,0 0 0,0 0-1,1 0 1,-1 0-1,0 0 1,1 0 0,-1 0-1,0 0 1,1-1 0,10-13 407,3-23-453,-13 35 57,14-48-148,-10 31 21,0 0 1,2 0-1,0 0 0,1 1 0,15-24 0,-22 40 118,-1 1 0,1 0-1,0-1 1,0 1 0,-1 0-1,1-1 1,0 1 0,1 0-1,-1 0 1,0 0 0,0 0-1,0 0 1,1 0 0,-1 0-1,0 0 1,1 1 0,-1-1-1,1 0 1,-1 1 0,1-1-1,-1 1 1,1 0 0,-1-1-1,1 1 1,-1 0 0,1 0-1,-1 0 1,1 0 0,0 0-1,-1 1 1,1-1 0,-1 0-1,1 1 1,-1-1 0,1 1 0,-1-1-1,1 1 1,0 0 0,2 2 90,-1 0 1,0 0 0,0 1 0,0-1 0,0 1 0,0-1 0,-1 1 0,0 0 0,0 0 0,0 0 0,3 7 0,3 44 535,-8-47-818,1 1-1,0 0 1,1-1-1,3 13 1,-5-20-14,0 0 1,1-1-1,-1 1 0,0-1 1,0 1-1,0-1 1,1 1-1,-1-1 1,0 1-1,1-1 0,-1 1 1,0-1-1,1 0 1,-1 1-1,1-1 1,-1 1-1,1-1 0,-1 0 1,0 0-1,1 1 1,-1-1-1,1 0 1,0 0-1,-1 1 0,1-1 1,-1 0-1,1 0 1,-1 0-1,1 0 1,-1 0-1,1 0 0,1 0 1,9 0-6286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2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1 6675,'0'0'11640,"4"26"-10082,-1 2-1073,1 7 295,1-1 0,17 59 0,-4-38-171,-3 2-1,-2 0 0,-3 1 1,6 96-1,-16-134-446,1-14-467,-1-1-1,0 0 1,0 0 0,0 0-1,-1 0 1,-1 8 0,1-12 102,1 0 0,-1 0 1,0 0-1,1 0 0,-1 1 0,0-1 1,0 0-1,0 0 0,0-1 0,0 1 1,0 0-1,0 0 0,0 0 0,0-1 1,0 1-1,0 0 0,0-1 1,0 1-1,-1-1 0,1 1 0,0-1 1,0 0-1,-1 0 0,1 1 0,0-1 1,-1 0-1,1 0 0,0 0 1,-2-1-1,-35-3-6196,8-8 3550,26 8 3005,1 1-1,-1-1 1,0 1 0,1-1 0,0 0 0,0 0 0,0 0 0,0-1-1,1 1 1,0-1 0,0 0 0,-2-5 0,1 2 770,0 0 0,1 0 0,0 0 0,1 0 0,0 0 0,-1-10 0,2 16-701,0-1 0,0 0-1,1 1 1,-1-1 0,0 1-1,1-1 1,0 1 0,0-1-1,-1 1 1,1 0 0,1-1-1,-1 1 1,0 0 0,0 0-1,1 0 1,0 0 0,-1 0 0,1 0-1,0 0 1,0 0 0,0 1-1,0-1 1,4-1 0,65-32 425,-7 3-2486,-3-6-5003,-28 10-1309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2.5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1 688,'0'0'14580,"0"24"-12413,0 91-128,0-15 2239,1-99-4230,-1 0-1,1-1 1,-1 1-1,1 0 0,0 0 1,-1 0-1,1-1 1,0 1-1,-1 0 1,1-1-1,0 1 1,0-1-1,0 1 1,0-1-1,0 1 0,-1-1 1,1 1-1,0-1 1,0 0-1,0 0 1,0 1-1,0-1 1,0 0-1,0 0 1,0 0-1,0 0 1,0 0-1,2-1 0,42 1 1445,-30 0-1268,8 0-239,-14 1-10,1-1 1,-1 0-1,1 0 0,-1-1 1,13-3-1,-20 3 20,0 1 1,0-1-1,0 0 1,0 1-1,0-1 1,-1 0-1,1 0 1,0-1-1,-1 1 1,1 0-1,-1 0 1,0-1-1,1 1 0,-1-1 1,0 1-1,0-1 1,1 0-1,-2 1 1,1-1-1,0 0 1,0 0-1,0 0 1,-1 0-1,1 0 0,-1 0 1,1 1-1,-1-1 1,0 0-1,0 0 1,0-4-1,-5-33-198,5 39 203,0-1 0,0 0 0,-1 1-1,1-1 1,0 1 0,-1-1 0,1 0-1,0 1 1,-1-1 0,1 1 0,-1-1 0,1 1-1,0-1 1,-1 1 0,0-1 0,1 1-1,-1-1 1,1 1 0,-1 0 0,1-1 0,-2 1-1,1 0 12,0 0-1,0 0 0,0 0 0,0 0 1,0 1-1,0-1 0,0 0 0,0 1 1,0-1-1,0 0 0,0 1 0,0 0 1,0-1-1,0 1 0,1-1 0,-1 1 1,0 0-1,0 0 0,-1 1 0,0 1 41,-1 0 0,1 1 0,0-1-1,0 1 1,0-1 0,1 1 0,-1 0-1,1 0 1,0 0 0,0 0 0,0 0-1,0 6 1,-1 56 700,2-45-550,0-18-226,0-1 0,1 1 0,-1 0 0,0 0-1,1 0 1,-1 0 0,1-1 0,0 1 0,0 0 0,0-1 0,0 1 0,1-1 0,-1 1 0,1-1-1,-1 1 1,1-1 0,0 0 0,0 0 0,0 0 0,0 0 0,0 0 0,1-1 0,-1 1 0,5 2 0,30 6-3111,5-11-3671,-8-7-3537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2.9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78 16199,'0'0'7329,"-8"12"-6574,-27 32-331,24-32 46,11-12 5,0-4-75,0-11-263,-1 6-140,1 0 0,0 0 0,1 0 0,0 1 0,0-1 0,5-13 0,-5 19 5,0 0-1,1 0 0,-1 1 1,1-1-1,0 1 1,0-1-1,0 1 0,0-1 1,1 1-1,-1 0 0,1 0 1,-1 0-1,1 1 1,-1-1-1,1 1 0,0-1 1,0 1-1,0 0 0,0 0 1,0 0-1,0 0 1,0 1-1,4-1 0,-3 0 135,53-5 1212,-55 6-1327,0 0 0,0 0 0,0 0 0,0 0 0,0 0 0,0 1 0,0-1-1,0 1 1,0-1 0,0 1 0,-1 0 0,1-1 0,0 1 0,0 0 0,-1 0 0,1 1-1,0-1 1,-1 0 0,1 0 0,-1 1 0,0-1 0,1 1 0,-1-1 0,1 3 0,18 48 175,-13-33-171,0 0 0,1 0 0,12 18 0,-12-20-716,7 6-2797,-14-22 2904,0 0 1,0 0 0,1 0 0,-1 0 0,0 0 0,1 0 0,-1-1 0,1 1 0,-1 0 0,1-1 0,-1 1 0,1-1 0,0 0 0,-1 1 0,4-1 0,17 1-8314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3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200 1 7603,'0'0'12294,"-27"9"-10496,-88 35-386,112-43-1336,-1 1 0,1 0 0,-1 0 0,1 0 0,-1 0 0,1 1 0,0-1 0,0 1 0,0 0 0,1 0 0,-1 0 0,1 0 0,-1 0 0,1 0 0,0 1 0,0-1 0,1 1 0,-1 0 0,1-1 0,0 1 0,0 0 0,0 0 0,0 0 0,1 0 0,-1 0 0,1 0 0,0 0 0,0 0 0,1 0 0,0 4 0,-1 7 94,1-14-179,-1 0 0,0 0 0,1 1-1,-1-1 1,1 0 0,0 0 0,-1 0 0,1 0 0,0 0-1,-1 0 1,1 0 0,0 0 0,0 0 0,0 0-1,0-1 1,0 1 0,0 0 0,0-1 0,0 1 0,0 0-1,0-1 1,1 1 0,-1-1 0,0 0 0,0 1 0,0-1-1,1 0 1,-1 0 0,0 0 0,0 0 0,1 0 0,-1 0-1,2 0 1,1 0-219,1 0-1,-1 0 0,0 0 1,1-1-1,-1 0 1,1 0-1,-1 0 1,7-3-1,-6 1-142,0-2 1,-1 1-1,1 0 1,-1-1-1,0 0 0,0 0 1,-1 0-1,0 0 1,0-1-1,0 1 0,3-9 1,0-10 7664,-6 31-7200,0-1-138,0 0-1,0 0 1,0 0 0,1 0 0,0 0-1,0-1 1,3 10 0,-3-13-90,1 0 0,-1 0 1,0 0-1,1 0 1,0 0-1,-1-1 1,1 1-1,0 0 0,0-1 1,0 0-1,0 1 1,0-1-1,0 0 1,0 0-1,1 0 0,-1 0 1,0 0-1,1-1 1,-1 1-1,0-1 1,1 0-1,3 1 0,12 1-1909,0 0 0,1-1 0,-1-1 0,0-1-1,0 0 1,20-5 0,6-15-5280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4:33.6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123 179 7203,'0'0'14303,"-23"7"-13420,-69 23-328,92-30-543,0 0 0,-1 0 0,1 0 0,0 1 0,0-1 0,0 0 0,0 0 0,-1 0 0,1 0 0,0 0 0,0 0 0,0 0 0,-1 0 0,1 0 0,0 0 0,0 0 0,0 0 1,-1 0-1,1 0 0,0 0 0,0 0 0,0 0 0,0 0 0,-1 0 0,1 0 0,0 0 0,0 0 0,0 0 0,0-1 0,-1 1 0,1 0 0,0 0 0,0 0 0,0 0 0,0 0 0,0 0 0,-1-1 0,1 1 0,0 0 0,0 0 0,0 0 0,0 0 0,0-1 0,0 1 0,0 0 1,0 0-1,0 0 0,3-14 10,18-24-1066,-13 24 234,-4 6 336,-1 0 0,0-1 0,-1 1 0,1-1 0,-2 1 0,1-1 0,0-11 0,-1-35 1645,-1 43-36,0 11-225,4 19 791,4 5-1583,6-4 179,-9-14-393,-1 0 0,0 0 1,0 1-1,-1 0 0,1-1 1,-1 1-1,3 10 0,-5-13 468,-1 1 0,1 0 0,-1-1-1,0 1 1,0 0 0,0 0 0,0-1-1,0 1 1,-1 0 0,-1 5-1,2-9-434,0 1 0,0-1 0,0 1 0,0-1 0,0 1 0,0-1 0,0 1 0,0-1 0,0 1-1,0-1 1,0 1 0,1-1 0,-1 0 0,0 1 0,0-1 0,0 1 0,1-1 0,-1 0 0,0 1-1,1-1 1,-1 1 0,0-1 0,1 0 0,-1 0 0,1 1 0,-1-1 0,0 0 0,1 0 0,-1 1-1,1-1 1,-1 0 0,1 0 0,-1 0 0,1 0 0,-1 0 0,1 0 0,-1 0 0,1 1 0,-1-2 0,0 1-1,1 0 1,-1 0 0,1 0 0,-1 0 0,1 0 0,-1 0 0,1 0 0,-1-1 0,1 1 0,-1 0-1,1 0 1,4-1-1239,18 1-8422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6:55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46 127 9476,'0'0'5317,"-5"11"-4412,-2 5-401,0 1 0,1 1 0,1-1 0,0 1 0,2 0-1,0 0 1,1 0 0,0 24 0,2-40-474,1-1 1,0 0-1,0 0 0,0 0 0,0 0 0,0 0 1,0 0-1,0 0 0,0 0 0,1 0 0,-1 0 0,0 0 1,0-1-1,1 1 0,-1 0 0,0-1 0,1 1 0,-1-1 1,1 0-1,-1 1 0,1-1 0,-1 0 0,1 0 1,-1 0-1,1 0 0,-1 0 0,3-1 0,49-2 382,-50 3-367,14-3 16,-1 0 0,0-1 1,0-1-1,0 0 0,0-1 0,-1-1 0,18-11 0,100-70-95,-89 57-31,25-21-616,27-17-2156,-31 32-4552,-48 31-1532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6:55.4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0 158 12934,'0'0'7139,"233"96"-5634,-130-130-849,6-7-560,-14 0-96,-12 2-496,-14 3-1073,-9 5-1808,-8 0-3426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7:15.9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 8788,'0'0'4455,"35"-1"-3110,379-8 1043,324 39-1434,-424-6-5785,-305-24-296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7:16.2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13094,'0'0'544,"213"13"577,-52 3 576,25-3-769,7 2 176,-10 1-751,-19-3-353,-35 2-1169,-31-7-2465,-32-3-5874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7:16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11269,'0'0'3218,"207"0"-1233,-81 0-1121,20 0-736,12 0-32,3 0-96,-17 0 16,-24 0-16,-28 0-752,-29 13-1793,-20 0-1729,-17-3-2049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7:17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10965,'0'0'2705,"167"0"-1792,-18 0 1424,43 0-1137,29-2-159,21-6-817,-7 3-224,-23 2-3138,-36 3-9827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6:43.8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9 347 1409,'0'0'8046,"-7"32"-3606,5-25 1717,5-30-5958,0 1 1,2-1 0,0 1-1,2-1 1,0 2 0,13-27-1,5-19-102,-12 26-61,-7 20 59,1 1-1,15-34 1,-22 57 131,0 1 0,0-1 1,0 1-1,1-1 0,-1 1 0,1-1 0,0 1 1,0-1-1,0 1 0,0-1 0,0 0 0,4 6 0,24 50-217,-28-58 51,17 31 104,1-2 0,32 42-1,-39-58-139,0-1 0,1 1-1,0-2 1,1 0-1,1-1 1,26 17 0,-38-27 283,-1 1-1303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6:44.1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49 8980,'0'0'10165,"152"-26"-9845,-97 21-320,-6 0-336,-23 0-2706,-18-3-7026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7:19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380 62 5747,'0'0'5896,"0"-8"-4722,-1-4-636,-1-6-40,2-5 2801,-22 22-1741,11 3-1464,0-1-1,1 1 1,-1 1 0,1 0-1,0 0 1,0 1 0,0 0-1,0 1 1,1 0 0,0 1-1,0 0 1,0 0 0,1 1 0,0 0-1,0 0 1,-12 16 0,-1 1 207,2 1-1,1 1 1,0 1 0,-20 44 0,26-42-141,0-1 0,2 1 1,1 1-1,2 0 0,1 0 0,1 0 0,2 1 0,0-1 0,3 1 0,0 0 0,8 52 0,-5-70-136,1 0-1,0-1 1,1 1 0,0-1-1,1 0 1,0 0-1,1-1 1,0 1 0,1-2-1,0 1 1,1-1 0,0 0-1,1-1 1,0 0-1,0 0 1,1-1 0,0-1-1,0 0 1,24 11-1,-10-7-3,0-2-1,1 0 0,0-2 0,0 0 1,1-2-1,0-1 0,0-1 1,50-2-1,-64-2-43,0-1 1,0 0-1,0 0 1,0-2-1,-1 1 0,1-2 1,-1 0-1,0 0 1,0-1-1,-1-1 1,1 0-1,-1 0 1,-1-1-1,0 0 0,0-1 1,0 0-1,-1-1 1,12-17-1,-9 10-30,0 0 0,-2-1-1,0 0 1,-1 0 0,-1-1-1,-1-1 1,-1 1 0,0-1 0,-1 0-1,-2 0 1,3-29 0,-4 21 47,0 0 0,-2 0 0,-1 0 0,-2 0 0,0 0 0,-2 0 0,-1 1 0,-1-1 0,-12-28 0,-14-12 385,-67-104-1,100 170-710,-6-5 1217,3 6-1823,2 6-3352,1 13-3881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7:46.6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1 0 24575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2.36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158 176 11077,'0'0'7246,"-5"-13"-6149,-19-38-308,15 37-393,4 19-18,-1 20-318,0 0-1,2 0 1,-2 42-1,3-20 79,-48 1095 2168,41-698-1843,-7 608 525,6-261-452,11-495-32,30-651 35,-11 200-630,76-1333-1742,-76 1130 1781,84-467 0,-54 484 405,-28 180-185,-21 159-143,1 0 1,-1-1-1,1 1 1,0 0-1,0 0 1,0 1-1,0-1 1,0 0-1,0 0 1,0 0-1,1 1 1,-1-1-1,1 0 1,-1 1-1,1 0 1,-1-1-1,1 1 1,0 0-1,0 0 1,3-2-1,47-15-198,-24 10 227,103-29-14,2 6 1,196-20-1,-133 23-12,-158 22 22,-1-1 1,-1-1-1,0-2 1,0-2-1,-1-1 0,0-2 1,63-37-1,-89 98 481,87 471-491,16 93 72,145 834-136,-236-1315 18,-7 1-1,-3 246 1,-12-357 8,-1 0-1,-1 0 0,0 0 1,-1 0-1,-1 0 1,-1-1-1,-1 0 1,-13 25-1,13-30 3,-1-1 0,-1 0 0,1 0 0,-2-1 0,0 0 0,0-1 0,-1 0 0,0-1 0,-1 0 1,0 0-1,-23 11 0,11-9 34,-1-1 0,-1-1 0,0-1 0,0-1 0,0-1 0,-46 3 0,-166-4 514,192-6-421,-425-48 868,114 6-674,313 41-365,31 3-99,-1-2 0,1 1-1,0-1 1,0-1 0,0-1-1,1 0 1,-1 0 0,1-1-1,-14-6 1,23 8-134,0 0 0,1-1 0,0 1 0,-1 0 0,1-1 0,0 1 0,0-1 0,0 0 0,1 0-1,-1 0 1,1 1 0,-1-2 0,1 1 0,0 0 0,0 0 0,1 0 0,-1 0 0,0-1 0,1 1 0,0 0 0,0 0 0,0-7 0,0-53-6226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3.0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24 183 11605,'0'0'2879,"2"28"-2519,5 192 1558,-7-170-1137,2-22-220,-2 1 1,-1-1 0,-1 1 0,-2-1 0,-8 33 0,12-61-532,0 0 0,0 0 1,0 0-1,0 0 1,0 0-1,0 0 1,0-1-1,0 1 1,0 0-1,0 0 0,0 0 1,0 0-1,0 0 1,0 0-1,0 0 1,0 0-1,0 0 1,0 0-1,-1-1 0,1 1 1,0 0-1,0 0 1,0 0-1,0 0 1,0 0-1,0 0 1,0 0-1,0 0 0,0 0 1,0 0-1,-1 0 1,1 0-1,0 0 1,0 0-1,0 0 1,0 0-1,0 0 0,0 0 1,0 0-1,0 0 1,-1 0-1,1 0 1,0 0-1,0 0 1,0 0-1,0 0 0,0 0 1,0 0-1,0 0 1,0 0-1,-1 0 1,-2-20 524,-2-29-316,3 6-180,1-258 23,3 286-92,0 1 0,1-1 0,1 1-1,0 0 1,2 0 0,-1 0 0,1 1 0,1 0 0,0 0 0,12-14 0,-13 18 7,1 1 0,0-1 0,0 1 0,1 1 0,0 0 0,0 0 0,0 0 0,1 1 1,0 0-1,1 1 0,-1 0 0,1 0 0,0 1 0,17-4 0,-25 7-5,1 1 0,-1 0-1,1-1 1,-1 1 0,1 1-1,0-1 1,-1 0 0,1 0-1,-1 1 1,0-1 0,1 1-1,-1 0 1,1 0 0,-1 0-1,0 0 1,0 0-1,1 1 1,-1-1 0,0 1-1,0-1 1,0 1 0,0 0-1,-1-1 1,1 1 0,-1 0-1,1 0 1,-1 1 0,1-1-1,-1 0 1,0 0 0,0 1-1,0-1 1,0 0 0,-1 1-1,1-1 1,0 1 0,-1 2-1,4 13 2,-2 0 0,0 1-1,-1 35 1,-1-42 1,1 11 24,-2 1 1,-1-1-1,-8 41 0,9-58-11,-1 0 1,0 0-1,0 0 1,0 0-1,-1 0 1,0-1-1,0 1 0,-1-1 1,1 0-1,-1 0 1,0 0-1,0 0 1,-1-1-1,0 1 0,1-1 1,-1 0-1,-1-1 1,1 1-1,-7 2 1,8-4 12,-1 0 0,0-1 1,0 0-1,0 0 1,0 0-1,0-1 0,-5 1 1,9-1-16,0 0 0,0 0 1,0 0-1,0 0 0,0 0 1,0 0-1,0 0 0,0 0 1,0 0-1,0 0 0,0 0 1,0-1-1,0 1 0,0 0 1,0-1-1,0 1 0,1-1 1,-1 1-1,0-1 0,0 0 1,0 1-1,1-1 0,-1 0 1,0 1-1,0-1 0,1 0 1,-1 0-1,1 0 0,-1 0 1,1 1-1,-1-1 0,1 0 0,0 0 1,-1 0-1,1-2 0,-1 1-6,1-1 0,0 0-1,0 0 1,1 1 0,-1-1-1,1 0 1,-1 1 0,1-1 0,0 0-1,0 1 1,0-1 0,0 1-1,0 0 1,1-1 0,-1 1-1,1 0 1,-1 0 0,5-4-1,-4 4 19,1 1 0,-1 0 0,1 0 1,-1 0-1,1 0 0,0 0 0,0 1 0,-1-1 0,1 1 0,0-1 0,0 1 0,0 0 0,0 0 0,-1 1 0,1-1 1,0 1-1,0-1 0,0 1 0,-1 0 0,4 1 0,0 1 22,0 0 1,1 0-1,-1 1 0,0 0 0,-1 0 1,1 0-1,-1 1 0,0 0 1,0 0-1,0 0 0,6 10 1,46 74 478,-46-70-396,30 46 34,-17-28-655,-2 1 0,36 80-1,-55-108-282,0 0-1,-1 1 1,0-1-1,0 12 1,0 21-4939,-2 11-6346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3.5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36 120 16392,'0'0'840,"0"24"-272,0-16-479,0 25 463,1 1 0,2 0 0,10 48 0,48 239 3264,-44-224-2750,-10-73-604,-4-50 128,0-33-502,-2 1 0,-3 0 1,-3 0-1,-2 0 1,-3 1-1,-22-75 1,-2 40-73,15 43 51,-14-58-1,32 107-41,1-1 1,0 0-1,0 1 1,-1-1-1,1 0 1,0 1-1,0-1 1,0 0-1,0 1 1,0-1-1,0 0 1,0 1-1,0-1 1,0 0-1,0 0 1,0 1-1,1-1 1,-1 0-1,0 1 1,0-1-1,1 1 1,-1-1-1,0 0 1,1 1-1,-1-1 1,1 1-1,-1-1 1,0 1-1,1-1 1,0 1-1,-1-1 1,1 1-1,-1-1 1,1 1-1,-1 0 1,1-1-1,0 1 1,29-1 660,-15 2-802,388 11 762,-340-11-669,-48-1-8078,-51 2 1167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3.7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21610,'0'0'1184,"150"5"-223,-64 0-481,-3 3-256,-8 7-224,-15-2-1344,-14-5-3411,-9-8-9747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6.7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12134,'0'0'7176,"4"12"-5765,68 241 3229,30 87-2863,-97-326-1846,-2-4-45,1-1 1,0 1-1,0-1 0,1 0 1,0 0-1,1 0 1,0-1-1,8 10 1,-13-18-148,0 1 1,0 0 0,1 0 0,-1 0 0,0-1 0,1 1 0,-1 0 0,1-1 0,-1 0-1,1 1 1,-1-1 0,1 0 0,-1 0 0,1 1 0,-1-1 0,1 0 0,-1-1-1,1 1 1,-1 0 0,1 0 0,-1-1 0,1 1 0,-1-1 0,1 1 0,-1-1-1,1 1 1,-1-1 0,0 0 0,0 0 0,1 0 0,-1 0 0,0 0 0,0 0 0,0 0-1,0 0 1,0 0 0,0-1 0,0 1 0,1-2 0,23-47-7458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6.9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74 86 15143,'0'0'2462,"-12"30"-1851,1-5-518,2-7 18,1 1-1,1 0 1,1 0 0,0 1-1,1 0 1,2 0 0,0 0-1,-1 36 1,5-43 35,-1 1 0,2-1 0,0 1 1,1-1-1,0 0 0,1 0 0,0-1 0,1 1 1,1-1-1,0 0 0,0 0 0,1 0 0,17 19 1,-17-23-25,0-1 1,1 1 0,0-1 0,0-1 0,1 0 0,0 0 0,0 0 0,0-1 0,1-1 0,-1 0 0,1 0 0,0-1 0,0 0 0,1 0 0,-1-1 0,1-1 0,-1 0 0,11 0 0,-16-1-11,0 0-1,0-1 0,0 1 1,0-1-1,0 0 1,0-1-1,-1 1 0,1-1 1,0 0-1,-1 0 0,0 0 1,1-1-1,-1 0 1,0 0-1,0 0 0,0 0 1,-1 0-1,1-1 1,-1 1-1,0-1 0,0 0 1,0 0-1,0 0 0,-1-1 1,0 1-1,0-1 1,0 1-1,0-1 0,1-6 1,2-7 92,-2-1 1,0 0-1,0 0 1,-2 0-1,0 0 1,-4-30-1,1 34-205,-1 0 1,-1 1-1,0-1 0,-1 1 1,0 0-1,-1 0 0,-1 0 0,0 1 1,-15-21-1,7 12-705,-19-45 0,32 64 442,1 1 1,-1-1-1,1 0 1,0 0 0,0 0-1,1 0 1,-1 1-1,0-1 1,1 0-1,0 0 1,0 0-1,0 0 1,0 0 0,0 0-1,1 0 1,-1 0-1,1 0 1,0 0-1,0 0 1,0 0 0,0 0-1,0 1 1,0-1-1,1 0 1,0 1-1,-1-1 1,1 1-1,0 0 1,0 0 0,0-1-1,1 1 1,-1 0-1,0 1 1,1-1-1,-1 0 1,1 1 0,0 0-1,2-2 1,57-28-6853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7.2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64 0 11205,'0'0'2540,"-11"32"-1468,-1 1-720,4-14-73,1 1 1,0 0 0,2 1-1,1 0 1,0-1-1,1 1 1,1 35-1,1-37 287,2 1 0,0-1 0,2 1 0,7 31-1,-8-44-382,1 1 0,0-1-1,0 1 1,1-1-1,0 0 1,0 0 0,1-1-1,0 1 1,0-1-1,0 0 1,1-1-1,0 1 1,0-1 0,7 5-1,-11-8-94,0-1 0,0 1 0,0-1 0,0 1 0,0-1 0,0 0 0,0 0 1,0 0-1,1 0 0,-1 0 0,0-1 0,1 1 0,-1-1 0,0 1 0,1-1 0,-1 0 0,1 0 0,-1 0 0,0 0 0,1 0 0,-1-1 0,1 1 0,-1-1 0,0 1 0,1-1 0,-1 0 0,0 0 0,0 0 0,0 0 0,0 0 0,0-1 0,0 1 1,0-1-1,0 1 0,0-1 0,0 0 0,-1 0 0,1 1 0,-1-1 0,0 0 0,1-1 0,-1 1 0,0 0 0,0 0 0,0 0 0,0-1 0,-1 1 0,2-4 0,1-7-64,0 0 0,-1 0-1,0-1 1,-1 1 0,0-1-1,-1 1 1,0-1 0,-2 1 0,1 0-1,-2-1 1,1 1 0,-2 0-1,0 0 1,0 1 0,-1-1 0,-1 1-1,-8-13 1,11 21-365,1 0-1,-1-1 1,0 1-1,1-1 1,0 0-1,0 0 1,1 0-1,-1 0 1,1 0-1,-1-10 1,2 12-95,0 0-1,1 0 1,-1 0-1,1 0 1,-1 0 0,1 0-1,0 0 1,0 0-1,0 1 1,1-1 0,-1 0-1,1 1 1,-1-1-1,1 0 1,0 1-1,0 0 1,0-1 0,0 1-1,1 0 1,2-2-1,44-29-7121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7.4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2 122 13350,'0'0'2884,"0"26"-1582,-1 8-866,1 142 2129,1-164-2329,0-1-1,1 0 1,1 0-1,0 0 0,0 0 1,1 0-1,0-1 0,1 1 1,0-1-1,1-1 0,0 1 1,1-1-1,11 14 1,-13-18-130,-1-1 1,1 1-1,0-1 1,0-1 0,0 1-1,0-1 1,1 1-1,-1-1 1,1-1 0,0 1-1,0-1 1,0 0-1,0-1 1,0 1 0,1-1-1,-1 0 1,0-1-1,0 1 1,1-1 0,-1-1-1,1 1 1,-1-1-1,0 0 1,0-1 0,0 1-1,7-4 1,-6 2-6,0-1-1,-1 0 1,1 0 0,-1-1 0,0 0-1,0 0 1,0 0 0,-1-1 0,0 0-1,0 0 1,-1 0 0,1 0 0,-1-1-1,-1 0 1,1 0 0,-1 0-1,4-12 1,0-3 22,-1 0 0,-1 0 0,-1-1 0,3-40 0,-6 45-135,-1 0 1,-1 1 0,-1-1 0,0 1-1,-1 0 1,-1 0 0,-1 0 0,0 0-1,-14-29 1,15 39-219,0 0-1,0 1 0,0-1 1,-1 1-1,0 1 1,0-1-1,-1 1 1,0-1-1,0 2 0,-11-8 1,11 8-350,-1 1 1,1 1-1,-1-1 1,1 1-1,-1 1 1,0-1-1,1 1 1,-1 0-1,0 0 1,0 1-1,0 0 0,0 0 1,-11 3-1,-34 10-8912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8.0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123 55 14887,'0'0'6499,"-20"19"-5912,4-5-448,9-9-85,1 1 0,-1-1-1,1 1 1,0 0-1,0 1 1,1-1-1,0 1 1,0 0 0,0 1-1,1-1 1,0 1-1,1 0 1,0 0 0,0 0-1,0 0 1,1 1-1,0-1 1,0 12 0,1 4 148,0-7-84,0 1 0,2 0 1,0-1-1,0 1 0,8 28 0,-8-42-130,0 0 0,1-1 0,-1 1 0,1-1 0,0 1 0,0-1-1,0 0 1,1 0 0,-1 0 0,1 0 0,-1 0 0,1 0-1,0-1 1,0 0 0,0 1 0,1-1 0,-1 0 0,0 0 0,1-1-1,0 1 1,-1-1 0,1 0 0,0 0 0,-1 0 0,1 0-1,0 0 1,0-1 0,0 0 0,0 0 0,0 0 0,5-1 0,-6 1-43,0-1 0,-1 0 1,1 0-1,0 0 0,0 0 1,0 0-1,-1-1 0,1 1 1,0-1-1,-1 0 0,1 0 1,-1 0-1,0 0 0,0 0 1,0 0-1,0 0 0,0-1 1,0 1-1,-1-1 1,1 0-1,-1 1 0,1-1 1,-1 0-1,0 0 0,1-5 1,3-10-444,0 0 0,3-37 0,-7 52 440,3-36-113,-1 1-1,-1-1 0,-3 0 0,-7-58 0,-5 42 2312,13 54-715,0 26-401,1-19-977,0 1-1,0-1 0,1 1 1,0-1-1,1 0 0,-1 0 1,1 0-1,0 0 0,1 0 1,-1-1-1,1 1 0,5 5 1,61 65-212,-58-65 10,27 20-1795,-37-30 1671,-1 0-1,1 0 1,0 0-1,-1 0 1,1-1-1,0 1 1,0-1-1,0 1 1,-1-1-1,1 0 1,0 1-1,0-1 1,0 0-1,0 0 1,0 0-1,0-1 1,0 1 0,-1 0-1,1-1 1,0 1-1,0-1 1,0 0-1,2-1 1,12-17-4649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8.6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0 258 9364,'0'0'4248,"11"28"-1802,3 6-1677,-3-11 75,-1 1 1,-2 1-1,0 0 1,7 45 0,-17-121 187,5-82 0,-2 119-919,0 3-141,1-1 0,1 1 1,0-1-1,1 1 0,0 0 1,0 1-1,2-1 0,-1 1 0,1 0 1,0 0-1,1 0 0,0 1 1,14-14-1,0 2 8,0 1 1,2 1-1,0 1 1,35-20-1,-20 28-171,-19 8 3832,-21 3-3630,-1 1 0,0-1 0,1 1 0,-1-1 0,0 1 1,1 0-1,0 0 0,-1 0 0,1 0 0,0 0 0,0 0 1,0 1-1,1-1 0,-3 4 0,-25 42 176,24-37-53,-3 7 78,1 0 1,1 0-1,1 1 0,1 0 1,0 0-1,1 0 0,2 0 1,-1 1-1,4 32 1,-2-49-181,0 0-21,1 0 0,-1 0 0,1-1 0,0 1 0,0 0 0,0-1 0,0 1 0,0-1 0,0 1 0,1-1 0,-1 0 0,1 1 0,0-1 0,0 0 0,0 0 0,0 0 0,0 0 0,0-1 0,0 1 0,1-1 0,-1 1 0,0-1 0,1 0 0,0 0 0,-1 0 0,1 0 0,-1 0 0,1 0 0,3 0 0,12 3-19,1-1 0,-1 0 1,23 0-1,-27-2-43,69 2-3319,-29-3-6715,-30 0-2870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19.4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9620,'0'0'8631,"16"33"-6913,-10-20-1513,118 232 2407,-71-146-807,75 191 0,-128-289-1800,11 29 271,26 55 1,-27-76-121,-4-16-54,-1-25 38,-5 28-109,12-151 213,15-109-736,-11 199 347,-15 61 133,0 0 0,1 0 1,-1 1-1,1-1 1,0 0-1,0 1 1,1-1-1,-1 1 1,1 0-1,-1 0 1,1 0-1,0 0 1,4-3-1,-6 5 8,0 1 0,0-1-1,-1 1 1,1 0 0,0-1-1,0 1 1,0 0-1,0 0 1,-1 0 0,1-1-1,0 1 1,0 0 0,0 0-1,0 0 1,0 0 0,0 1-1,-1-1 1,1 0 0,0 0-1,0 0 1,0 1 0,0-1-1,-1 0 1,1 1-1,0-1 1,0 1 0,-1-1-1,1 1 1,1 0 0,14 24-80,-13-21 77,171 321 1521,-115-213-3218,-49-83-1889,-8 1-3096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0.5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8 142 10005,'0'0'9287,"-2"-12"-8322,1 9-954,0 1 0,0-1 0,0 0 0,1 0 0,-1 0 0,1 1 0,0-1 0,0 0 0,0 0 0,0 0 0,0 0 0,1 0 0,-1 1 0,1-1 0,0 0 0,0 0 0,0 1 0,0-1 0,0 0 0,1 1 0,-1-1 0,1 1 0,0 0 0,-1 0 0,1-1 0,0 1 0,0 0 0,1 0 0,-1 1 0,0-1 0,0 0 0,1 1 0,4-3 0,10-4-16,1 1 0,-1 0 0,1 2 0,21-5 0,-29 8-20,1 0 0,0 1 0,-1 0 0,1 0 0,0 2-1,0-1 1,-1 1 0,20 4 0,-27-3 18,0 0 0,0-1 0,0 2 0,0-1 0,-1 0 0,1 0 0,-1 1 0,1-1 0,-1 1 0,0 0 0,0 0 0,0 0-1,0 0 1,0 0 0,-1 0 0,1 0 0,-1 1 0,0-1 0,0 0 0,0 1 0,-1-1 0,1 1 0,-1-1 0,0 1 0,0-1 0,0 7 0,0 2 111,-1-1-1,0 1 1,0 0 0,-1-1 0,-1 0 0,0 1-1,-4 10 1,6-19-47,-11 20 404,2 1 0,0-1 0,2 2 1,1-1-1,0 1 0,2 0 0,1 1 0,-1 26 1,5-12 54,-2-12-147,3 0 0,4 38 1,-5-60-349,1 1 0,1 0 0,0-1 0,-1 0 0,2 1 0,-1-1 0,1 0 0,0 0 0,0 0 0,1 0 0,0-1 0,0 1 0,0-1 0,0 0 0,7 5 0,-9-8-179,0-1 0,1 0 0,-1 0 0,1 0 0,-1 0-1,1 0 1,-1-1 0,1 1 0,-1-1 0,1 0 0,-1 1-1,1-1 1,-1 0 0,1 0 0,0-1 0,-1 1-1,1-1 1,-1 1 0,1-1 0,-1 0 0,1 0 0,-1 0-1,0 0 1,1 0 0,-1 0 0,0-1 0,0 1-1,0-1 1,3-3 0,8-5-1731,-1-1 0,-1-1 0,15-17 0,-24 26 1387,46-58-10409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0.8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133 0 15751,'0'0'2943,"-20"27"-2060,2-5-584,9-12-137,-1 1 0,1 0-1,1 1 1,0 0-1,1 0 1,0 0-1,1 1 1,0 0-1,1 1 1,1-1-1,0 1 1,1 0 0,-3 20-1,4-1 161,1-1 0,2 1 0,1-1 0,2 1-1,8 33 1,-9-52-264,1 0 0,0-1-1,1 0 1,0 0 0,2-1-1,-1 1 1,1-1 0,1 0-1,0-1 1,1 0-1,0 0 1,1-1 0,0 0-1,15 11 1,-24-20-27,1 1 0,0 0 0,0-1-1,1 1 1,-1-1 0,0 0 0,0 1 0,1-1-1,-1 0 1,1 0 0,-1-1 0,1 1 0,-1-1-1,1 1 1,-1-1 0,1 0 0,-1 0 0,1 0-1,0 0 1,-1 0 0,1 0 0,-1-1 0,1 1-1,-1-1 1,1 0 0,-1 0 0,1 0 0,-1 0 0,0 0-1,1 0 1,-1-1 0,0 1 0,0-1 0,0 0-1,0 1 1,0-1 0,-1 0 0,1 0 0,-1 0-1,1 0 1,1-4 0,4-7 206,-1 1-1,0-1 1,-2 0 0,1 0-1,-1 0 1,2-19 0,-2 12-167,0-1 1,-2 0-1,0 1 1,-2-1 0,0 0-1,-1 0 1,-1 0-1,-1 1 1,-1-1-1,-1 1 1,0 0-1,-2 0 1,0 1-1,-2 0 1,0 0 0,0 1-1,-14-19 1,4 12-153,13 19-68,1 0-1,1-1 1,-1 1-1,1-1 0,0 0 1,1 0-1,0 0 1,0 0-1,-4-14 0,7 20-4,0-1 0,1 1-1,-1 0 1,0 0 0,0 0 0,1 0-1,-1 0 1,0 0 0,1 0-1,-1 0 1,1 0 0,0 0 0,-1 0-1,1 0 1,0 0 0,-1 0-1,1 1 1,0-1 0,0 0 0,0 0-1,0 1 1,0-1 0,0 1-1,0-1 1,0 1 0,0-1 0,0 1-1,0 0 1,0-1 0,0 1-1,0 0 1,0 0 0,0 0 0,2 0-1,48-4-3934,-41 3 2992,62 0-5633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1.26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26 177 12742,'0'0'3161,"24"-15"-2110,77-44-15,-96 56-891,1-1 1,-1 1 0,0-1 0,0 0 0,-1 0 0,1 0-1,7-10 1,-11 12-36,0-1-1,0 1 1,0 0-1,-1 0 1,1-1-1,0 1 1,-1 0-1,0-1 1,0 1 0,1-1-1,-1 1 1,-1-3-1,1-3 294,0 7-358,-1 0 1,1 0-1,-1 0 1,1 0-1,-1 0 1,1 0-1,-1 0 1,0 0-1,0 0 1,1 0-1,-1 0 1,0 1-1,0-1 0,0 0 1,0 0-1,0 1 1,0-1-1,0 1 1,0-1-1,0 1 1,0-1-1,0 1 1,-1 0-1,1-1 1,0 1-1,0 0 1,0 0-1,0 0 0,-3 0 1,-41-2 366,38 2-267,2 0-65,0 0 0,0 0 1,0 1-1,0 0 0,0 0 0,0 0 1,0 1-1,0-1 0,0 1 1,1 0-1,-1 1 0,0-1 0,1 1 1,0 0-1,0 0 0,0 0 0,0 1 1,0-1-1,1 1 0,-6 7 0,6-6 46,0 1 0,0-1 0,1 1-1,-1 0 1,1 0 0,0 0-1,1 0 1,0 0 0,0 0 0,0 0-1,1 0 1,-1 1 0,1-1-1,1 0 1,-1 0 0,1 0 0,2 9-1,1-6-11,0 0 0,0 0 1,0 0-1,1-1 0,0 0 0,1 0 0,0 0 0,0 0 0,11 9 0,69 59 255,-84-75-403,1 2-126,1 1 0,0-1 0,0 0 0,0 0 1,1 0-1,-1-1 0,0 0 0,1 0 0,0 0 0,0 0 0,-1-1 0,1 1 0,5-1 0,-9-1 26,-1 0-1,1 0 1,-1 0-1,0 0 0,1 0 1,-1 0-1,1 0 1,-1 0-1,1-1 0,-1 1 1,0 0-1,1 0 1,-1 0-1,0-1 1,1 1-1,-1 0 0,0 0 1,1-1-1,-1 1 1,0 0-1,1-1 1,-1 1-1,0-1 0,0 1 1,0 0-1,1-1 1,-1 1-1,0-1 0,0 1 1,0 0-1,0-1 1,0 1-1,0-1 1,0 1-1,0-1 0,0 1 1,0 0-1,0-1 1,0 1-1,0-1 1,0 1-1,0-1 0,0 1 1,-1-1-1,2-29-5363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1.4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21 295 5314,'0'0'14311,"-20"-160"-14311,46 119-256,11 5-432,3 7-2146,-5 11-1680,-7 8-3922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1.85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91 6755,'0'0'654,"15"25"1107,1 4-1137,10 15 1074,46 62 0,-9-24 1578,-19-26-1325,-1 1 0,57 108 1,-97-165-1126,-4-11-473,-5-17-65,-17-23-143,-42-65 0,37 68-57,-40-89-1,61 121-24,2-1 0,0 0-1,1 0 1,0 0-1,1-1 1,1 1-1,1-1 1,1 0-1,2-30 1,-1 46-63,-1-1 0,1 0-1,-1 1 1,1-1 0,0 1 0,0-1-1,0 1 1,0 0 0,0-1 0,0 1-1,1 0 1,-1 0 0,1 0 0,-1 0-1,1 0 1,0 0 0,0 0 0,0 1 0,0-1-1,0 0 1,0 1 0,1 0 0,3-2-1,2 0-10,-1 1 0,1 1-1,0-1 1,-1 1-1,1 1 1,13-1 0,-19 2 18,1-1 0,-1 1 0,1 0 0,-1-1 1,1 1-1,-1 0 0,0 1 0,1-1 0,-1 0 1,0 0-1,0 1 0,0 0 0,0-1 0,0 1 1,0 0-1,-1 0 0,1 0 0,0 0 0,-1 0 1,0 0-1,1 0 0,-1 1 0,0-1 0,0 0 0,0 1 1,-1-1-1,1 1 0,-1-1 0,1 1 0,-1 4 1,3 12 337,-1 0 0,0 39 1,-2-46-146,0-5-161,-1-1-1,1 1 1,-1 0 0,0-1 0,-1 1-1,1 0 1,-1-1 0,-1 0 0,1 1-1,-1-1 1,0 0 0,0 0 0,-1-1-1,0 1 1,0-1 0,-6 7 0,6-9-509,0 1 0,0-1 0,0-1 0,0 1 1,0 0-1,-1-1 0,1 0 0,-10 3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2.1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12 158 14215,'0'0'2673,"-3"28"-1201,-5 89-524,8-113-871,0 0 0,0 0 1,1 0-1,-1 0 0,1 0 1,0-1-1,0 1 1,0 0-1,1 0 0,-1-1 1,1 1-1,0-1 1,0 1-1,0-1 0,1 0 1,3 5-1,-5-7 14,1 0 0,-1 0 1,0 0-1,0 0 0,1 0 0,-1 0 0,0 0 0,1 0 1,-1-1-1,1 1 0,-1 0 0,1-1 0,-1 1 0,1-1 0,0 0 1,-1 1-1,1-1 0,-1 0 0,1 0 0,0 0 0,-1 0 1,1-1-1,0 1 0,-1 0 0,1-1 0,-1 1 0,1-1 1,2-1-1,-2 1 32,-1-1 1,1 0-1,-1 0 1,1 1-1,-1-1 1,0 0-1,0-1 0,0 1 1,0 0-1,0 0 1,0 0-1,0-1 1,-1 1-1,1 0 1,-1-5-1,3-42 770,-3 39-637,2-4-196,-2 1 1,0-1-1,0 0 1,-1 0-1,-1 1 1,0-1-1,-1 1 1,-1-1 0,0 1-1,0 0 1,-2 1-1,1-1 1,-2 1-1,1 0 1,-11-13-1,7 13-303,8 10-31,0 0 0,0-1 0,0 1 0,0-1 0,0 1 0,0-1 0,1 0 0,-1 0 1,1 1-1,0-1 0,0 0 0,-1-4 0,7 3-5463,12 3 2253,-13 0 1660,36-1-7036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2.35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153 0 96,'0'0'23419,"-147"106"-22171,142-67-159,5 0-241,0 2-368,0-2-319,0-1-65,17-7-96,3-7-193,9-11-1103,11-11-1473,3-2-1553,6-18-3442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2.7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126 0 17576,'0'0'4669,"-20"28"-3525,-62 92-26,79-116-1061,0 1 0,0 0 0,1 0 0,-1-1-1,1 1 1,1 0 0,-1 1 0,1-1 0,0 0 0,0 0-1,0 1 1,1-1 0,0 1 0,0-1 0,1 10 0,0 0 36,-1-12-107,1 0 0,-1-1 0,0 1 0,0-1 0,1 1-1,0-1 1,-1 1 0,1-1 0,0 1 0,0-1 0,1 1 0,-1-1-1,0 0 1,1 0 0,-1 0 0,1 0 0,0 0 0,0 0 0,0 0-1,0 0 1,0-1 0,0 1 0,0-1 0,0 0 0,0 1 0,1-1-1,-1 0 1,1 0 0,-1-1 0,1 1 0,-1 0 0,1-1 0,-1 1-1,1-1 1,0 0 0,-1 0 0,1 0 0,-1 0 0,1-1 0,0 1-1,-1-1 1,1 1 0,-1-1 0,1 0 0,-1 0 0,0 0 0,1 0-1,-1-1 1,0 1 0,0 0 0,1-1 0,2-3 0,8-13-662,-1 0 0,0-1 0,11-27 1,-13 23 5101,-9 32-4356,0 1 0,1-1 0,1 0 1,-1 1-1,1-1 0,1 0 0,0-1 0,0 1 0,6 8 0,-7-13-386,0 0 1,0 1-1,1-1 0,-1 0 0,1-1 0,0 1 0,0-1 1,1 1-1,-1-1 0,1-1 0,-1 1 0,1-1 1,0 1-1,0-1 0,0-1 0,0 1 0,8 1 1,33-1-5843,7-2-3967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22.9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75 0 15543,'0'0'7518,"0"23"-7328,0-11-143,-1 10 56,1 0 1,1 0-1,1-1 0,1 1 0,8 28 1,-6-31 318,-1 0-1,-1 1 1,0-1 0,-1 32 0,-2-46-337,0 0-1,0 1 1,-1-1 0,1 1-1,-1-1 1,0 0 0,-1 1-1,1-1 1,-1 0 0,0 0-1,0 0 1,-1 0 0,0 0-1,1-1 1,-1 1 0,-1-1-1,1 0 1,-1 0-1,0 0 1,-7 6 0,-20-2-301,12-11-4253,11-6-995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1T17:28:40.0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1 792 10565,'0'0'4303,"13"-16"-3804,-6 7-427,1-1-15,-1 1 1,1 0 0,1 1 0,-1 0 0,2 0 0,-1 1 0,1 0-1,0 0 1,0 1 0,1 1 0,11-5 0,87-26 323,2 6 0,158-23 0,236-5 40,-322 41-248,894-77 419,-434 41-272,-558 46-281,101-11 218,325 11-1,-450 13-229,0 4-1,-1 1 1,79 28-1,168 76 18,-299-112-39,87 26 94,-101-74 1197,1 26-1177,4 9 6,-1 0 0,-1 1 0,1-1 0,-2 1 0,1 0 0,-1 0 0,-1 0 0,1 1 0,-10-13 0,13 21 288,1 9-247,2 36-244,-1-28 107,0 0 0,-1 1 0,0-1 0,-2 0 0,0 0 0,-7 26 0,7-103-146,2-146 264,0 341 674,0-295-522,-16 397 410,15-222-687,-2 33 353,3-36 83,0-37-205,-2-3-237,0 0 1,-2 0-1,-2 0 1,0 0-1,-2 1 0,0 0 1,-24-47-1,-4 3 43,-69-101-1,82 143 273,22 29-104,9 0-294,13 5 79,0 1-1,-1 0 1,0 1 0,-1 2 0,0 0 0,24 15-1,-11-7 16,257 147 11,-287-163-40,-1 0 1,1 1 0,-1-1-1,1 1 1,-1 0 0,0-1-1,0 1 1,1 0 0,-1 0 0,-1-1-1,1 1 1,0 0 0,0 0-1,-1 0 1,1 0 0,-1 0-1,1 0 1,-1 1 0,0-1 0,0 0-1,0 0 1,0 0 0,0 0-1,-1 0 1,1 0 0,-1 0-1,1 0 1,-1 0 0,0 0-1,1 0 1,-1 0 0,-2 2 0,-2 7 2,-2 0 0,1 0 1,-16 18-1,-198 243 1066,211-260-658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4E30-AE36-04DF-799D-953CB46E7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D061D-0269-F323-2BED-1A0D7CB49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F0E12-BB40-2F01-32E6-F4A1AC603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5634E-AC68-4666-390F-D8B995F8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86CA1-E850-06ED-782A-FA68331E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1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E3B4-9AA0-33BF-501D-13C31F87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1F029-02D2-8058-C6CB-B84BA4D99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A5A48-445F-EA64-B20C-13358A3D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A2CD5-C1AC-A66E-C77B-595CE7B2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6A811-B6A8-1135-BF48-844FDEBE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3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916B-E0E1-9056-C002-087BCA24C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1A7BC-77A8-3457-D4B2-8C1C0CB08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D8B68-4B65-173D-9566-6821EDA47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50659-0108-FDD8-2EBB-A38475CE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8E5AB-56C4-0106-0951-12609B6E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88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3E20-3DC8-E28F-3B1C-B2D4A4EC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0E01-38C1-2348-9F06-35AB76D98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E455D-C42E-8237-C877-70A71D91A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D5EDF-FAE3-AFD0-845D-EF7C411C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4CB8E-0421-99AB-E7A4-E601809A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37BBC-4A81-0A74-7254-E67CA366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B1BDD-B425-B01B-8305-5A00B0FD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F9A56-0260-0252-D109-9DCFF0133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1444F-4318-227A-84FB-49612EFAC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EFEC4-A7E2-F031-C323-433D924ED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A960D-553A-ADAF-F2CE-7D81148FB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228C-CF8E-C581-DE09-9050A65B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98590-F58E-9E1E-1806-880CB57B9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CF0DE-B862-FADC-D939-96B0E91B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9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A376-C3A2-96A3-0014-DF56FC5F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6A8EC-8FDF-2006-D3AA-DDC0022E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7862A-F40F-1F82-1038-3E7D6C8F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5EAED-504A-C42E-1203-D5925A70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3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4C99E2-FBD5-4A13-016D-0BE8E512C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FF813-8C38-087A-D54E-2411FECD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6451C-0E30-6EAB-EEEF-1B415CDD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27E69-9612-F77E-C9A5-B2CF0209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2C269-7CBC-1399-6E08-56604633D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3DB91-6AB6-015F-21C0-2272F6452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649DD-0310-2049-0C45-421FDB4C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5988D-B85B-8954-0B57-BA91F76D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E1051-A913-BD7D-AEB4-46F9E6B1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296A-3BE1-CDFE-1562-AC325806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123EF5-5581-911C-9F44-A6D3B5EA8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C6EB0-788F-8323-F179-C3E2F2FDE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9BBE0-F246-D61B-B2AB-EC6C11581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5C0F8-7B9A-2231-B059-91931197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B37AA-B74B-0BD9-E35E-8A9BC2D1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2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1DFF-C532-3BE3-D628-CF4C5599F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221ED-CA42-9999-4393-0FFC81BED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517B-5216-8AC7-7ACF-FB733D11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82FA-F6B2-C5BD-6DE3-C36786F73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0B379-BD4F-92C7-082F-221F4723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9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C8CA8-F2F8-F845-2836-F6D94AF72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B095E-19DA-E6A3-3205-6D50764F4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6AFA2-6974-FB03-B30F-E9183F63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7829-29BE-D867-5227-D04B07DC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EC40B-DA74-06D1-F4F4-7E13E4C1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90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40610-A221-DA90-2F44-797A06B2C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A3B96-6D4E-D841-E5B8-B53629510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A3155-7EDA-5501-FC55-ED06D763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18162-BA7A-4F42-BF68-AF22351FA97A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1C01D-983D-293F-2031-FB9FACB44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CFE83-99B4-1E73-DBE8-6A6A65415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0F826-F842-48C6-9F8B-8A51C7161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2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.png"/><Relationship Id="rId299" Type="http://schemas.openxmlformats.org/officeDocument/2006/relationships/customXml" Target="../ink/ink150.xml"/><Relationship Id="rId21" Type="http://schemas.openxmlformats.org/officeDocument/2006/relationships/image" Target="../media/image34.png"/><Relationship Id="rId63" Type="http://schemas.openxmlformats.org/officeDocument/2006/relationships/image" Target="../media/image55.png"/><Relationship Id="rId159" Type="http://schemas.openxmlformats.org/officeDocument/2006/relationships/image" Target="../media/image103.png"/><Relationship Id="rId324" Type="http://schemas.openxmlformats.org/officeDocument/2006/relationships/image" Target="../media/image185.png"/><Relationship Id="rId366" Type="http://schemas.openxmlformats.org/officeDocument/2006/relationships/image" Target="../media/image206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433" Type="http://schemas.openxmlformats.org/officeDocument/2006/relationships/image" Target="../media/image239.png"/><Relationship Id="rId268" Type="http://schemas.openxmlformats.org/officeDocument/2006/relationships/image" Target="../media/image157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customXml" Target="../ink/ink168.xml"/><Relationship Id="rId377" Type="http://schemas.openxmlformats.org/officeDocument/2006/relationships/customXml" Target="../ink/ink189.xml"/><Relationship Id="rId5" Type="http://schemas.openxmlformats.org/officeDocument/2006/relationships/image" Target="../media/image26.png"/><Relationship Id="rId181" Type="http://schemas.openxmlformats.org/officeDocument/2006/relationships/image" Target="../media/image114.png"/><Relationship Id="rId237" Type="http://schemas.openxmlformats.org/officeDocument/2006/relationships/image" Target="../media/image142.png"/><Relationship Id="rId402" Type="http://schemas.openxmlformats.org/officeDocument/2006/relationships/image" Target="../media/image224.png"/><Relationship Id="rId279" Type="http://schemas.openxmlformats.org/officeDocument/2006/relationships/customXml" Target="../ink/ink140.xml"/><Relationship Id="rId444" Type="http://schemas.openxmlformats.org/officeDocument/2006/relationships/customXml" Target="../ink/ink223.xml"/><Relationship Id="rId43" Type="http://schemas.openxmlformats.org/officeDocument/2006/relationships/image" Target="../media/image45.png"/><Relationship Id="rId139" Type="http://schemas.openxmlformats.org/officeDocument/2006/relationships/image" Target="../media/image93.png"/><Relationship Id="rId290" Type="http://schemas.openxmlformats.org/officeDocument/2006/relationships/image" Target="../media/image168.png"/><Relationship Id="rId304" Type="http://schemas.openxmlformats.org/officeDocument/2006/relationships/image" Target="../media/image175.png"/><Relationship Id="rId346" Type="http://schemas.openxmlformats.org/officeDocument/2006/relationships/image" Target="../media/image196.png"/><Relationship Id="rId388" Type="http://schemas.openxmlformats.org/officeDocument/2006/relationships/image" Target="../media/image217.png"/><Relationship Id="rId85" Type="http://schemas.openxmlformats.org/officeDocument/2006/relationships/image" Target="../media/image66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customXml" Target="../ink/ink207.xml"/><Relationship Id="rId248" Type="http://schemas.openxmlformats.org/officeDocument/2006/relationships/customXml" Target="../ink/ink124.xml"/><Relationship Id="rId455" Type="http://schemas.openxmlformats.org/officeDocument/2006/relationships/image" Target="../media/image250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8.xml"/><Relationship Id="rId357" Type="http://schemas.openxmlformats.org/officeDocument/2006/relationships/customXml" Target="../ink/ink179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104.png"/><Relationship Id="rId217" Type="http://schemas.openxmlformats.org/officeDocument/2006/relationships/image" Target="../media/image132.png"/><Relationship Id="rId399" Type="http://schemas.openxmlformats.org/officeDocument/2006/relationships/customXml" Target="../ink/ink200.xml"/><Relationship Id="rId259" Type="http://schemas.openxmlformats.org/officeDocument/2006/relationships/customXml" Target="../ink/ink130.xml"/><Relationship Id="rId424" Type="http://schemas.openxmlformats.org/officeDocument/2006/relationships/customXml" Target="../ink/ink213.xml"/><Relationship Id="rId23" Type="http://schemas.openxmlformats.org/officeDocument/2006/relationships/image" Target="../media/image35.png"/><Relationship Id="rId119" Type="http://schemas.openxmlformats.org/officeDocument/2006/relationships/image" Target="../media/image83.png"/><Relationship Id="rId270" Type="http://schemas.openxmlformats.org/officeDocument/2006/relationships/image" Target="../media/image158.png"/><Relationship Id="rId326" Type="http://schemas.openxmlformats.org/officeDocument/2006/relationships/image" Target="../media/image186.png"/><Relationship Id="rId65" Type="http://schemas.openxmlformats.org/officeDocument/2006/relationships/image" Target="../media/image56.png"/><Relationship Id="rId130" Type="http://schemas.openxmlformats.org/officeDocument/2006/relationships/customXml" Target="../ink/ink65.xml"/><Relationship Id="rId368" Type="http://schemas.openxmlformats.org/officeDocument/2006/relationships/image" Target="../media/image207.png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435" Type="http://schemas.openxmlformats.org/officeDocument/2006/relationships/image" Target="../media/image240.png"/><Relationship Id="rId281" Type="http://schemas.openxmlformats.org/officeDocument/2006/relationships/customXml" Target="../ink/ink141.xml"/><Relationship Id="rId337" Type="http://schemas.openxmlformats.org/officeDocument/2006/relationships/customXml" Target="../ink/ink169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94.png"/><Relationship Id="rId379" Type="http://schemas.openxmlformats.org/officeDocument/2006/relationships/customXml" Target="../ink/ink190.xml"/><Relationship Id="rId7" Type="http://schemas.openxmlformats.org/officeDocument/2006/relationships/image" Target="../media/image27.png"/><Relationship Id="rId183" Type="http://schemas.openxmlformats.org/officeDocument/2006/relationships/image" Target="../media/image115.png"/><Relationship Id="rId239" Type="http://schemas.openxmlformats.org/officeDocument/2006/relationships/image" Target="../media/image143.png"/><Relationship Id="rId390" Type="http://schemas.openxmlformats.org/officeDocument/2006/relationships/image" Target="../media/image218.png"/><Relationship Id="rId404" Type="http://schemas.openxmlformats.org/officeDocument/2006/relationships/image" Target="../media/image225.png"/><Relationship Id="rId446" Type="http://schemas.openxmlformats.org/officeDocument/2006/relationships/customXml" Target="../ink/ink224.xml"/><Relationship Id="rId250" Type="http://schemas.openxmlformats.org/officeDocument/2006/relationships/customXml" Target="../ink/ink125.xml"/><Relationship Id="rId292" Type="http://schemas.openxmlformats.org/officeDocument/2006/relationships/image" Target="../media/image169.png"/><Relationship Id="rId306" Type="http://schemas.openxmlformats.org/officeDocument/2006/relationships/image" Target="../media/image176.png"/><Relationship Id="rId45" Type="http://schemas.openxmlformats.org/officeDocument/2006/relationships/image" Target="../media/image46.png"/><Relationship Id="rId87" Type="http://schemas.openxmlformats.org/officeDocument/2006/relationships/image" Target="../media/image67.png"/><Relationship Id="rId110" Type="http://schemas.openxmlformats.org/officeDocument/2006/relationships/customXml" Target="../ink/ink55.xml"/><Relationship Id="rId348" Type="http://schemas.openxmlformats.org/officeDocument/2006/relationships/image" Target="../media/image197.png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customXml" Target="../ink/ink208.xml"/><Relationship Id="rId457" Type="http://schemas.openxmlformats.org/officeDocument/2006/relationships/image" Target="../media/image251.png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59.xml"/><Relationship Id="rId359" Type="http://schemas.openxmlformats.org/officeDocument/2006/relationships/customXml" Target="../ink/ink180.xml"/><Relationship Id="rId98" Type="http://schemas.openxmlformats.org/officeDocument/2006/relationships/customXml" Target="../ink/ink49.xml"/><Relationship Id="rId121" Type="http://schemas.openxmlformats.org/officeDocument/2006/relationships/image" Target="../media/image84.png"/><Relationship Id="rId163" Type="http://schemas.openxmlformats.org/officeDocument/2006/relationships/image" Target="../media/image105.png"/><Relationship Id="rId219" Type="http://schemas.openxmlformats.org/officeDocument/2006/relationships/image" Target="../media/image133.png"/><Relationship Id="rId370" Type="http://schemas.openxmlformats.org/officeDocument/2006/relationships/image" Target="../media/image208.png"/><Relationship Id="rId426" Type="http://schemas.openxmlformats.org/officeDocument/2006/relationships/customXml" Target="../ink/ink214.xml"/><Relationship Id="rId230" Type="http://schemas.openxmlformats.org/officeDocument/2006/relationships/customXml" Target="../ink/ink115.xml"/><Relationship Id="rId25" Type="http://schemas.openxmlformats.org/officeDocument/2006/relationships/image" Target="../media/image36.png"/><Relationship Id="rId67" Type="http://schemas.openxmlformats.org/officeDocument/2006/relationships/image" Target="../media/image57.png"/><Relationship Id="rId272" Type="http://schemas.openxmlformats.org/officeDocument/2006/relationships/image" Target="../media/image159.png"/><Relationship Id="rId328" Type="http://schemas.openxmlformats.org/officeDocument/2006/relationships/image" Target="../media/image187.png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customXml" Target="../ink/ink191.xml"/><Relationship Id="rId241" Type="http://schemas.openxmlformats.org/officeDocument/2006/relationships/image" Target="../media/image144.png"/><Relationship Id="rId437" Type="http://schemas.openxmlformats.org/officeDocument/2006/relationships/image" Target="../media/image241.png"/><Relationship Id="rId36" Type="http://schemas.openxmlformats.org/officeDocument/2006/relationships/customXml" Target="../ink/ink18.xml"/><Relationship Id="rId283" Type="http://schemas.openxmlformats.org/officeDocument/2006/relationships/customXml" Target="../ink/ink142.xml"/><Relationship Id="rId339" Type="http://schemas.openxmlformats.org/officeDocument/2006/relationships/customXml" Target="../ink/ink170.xml"/><Relationship Id="rId78" Type="http://schemas.openxmlformats.org/officeDocument/2006/relationships/customXml" Target="../ink/ink39.xml"/><Relationship Id="rId101" Type="http://schemas.openxmlformats.org/officeDocument/2006/relationships/image" Target="../media/image74.png"/><Relationship Id="rId143" Type="http://schemas.openxmlformats.org/officeDocument/2006/relationships/image" Target="../media/image95.png"/><Relationship Id="rId185" Type="http://schemas.openxmlformats.org/officeDocument/2006/relationships/image" Target="../media/image116.png"/><Relationship Id="rId350" Type="http://schemas.openxmlformats.org/officeDocument/2006/relationships/image" Target="../media/image198.png"/><Relationship Id="rId406" Type="http://schemas.openxmlformats.org/officeDocument/2006/relationships/image" Target="../media/image226.png"/><Relationship Id="rId9" Type="http://schemas.openxmlformats.org/officeDocument/2006/relationships/image" Target="../media/image28.png"/><Relationship Id="rId210" Type="http://schemas.openxmlformats.org/officeDocument/2006/relationships/customXml" Target="../ink/ink105.xml"/><Relationship Id="rId392" Type="http://schemas.openxmlformats.org/officeDocument/2006/relationships/image" Target="../media/image219.png"/><Relationship Id="rId448" Type="http://schemas.openxmlformats.org/officeDocument/2006/relationships/customXml" Target="../ink/ink225.xml"/><Relationship Id="rId252" Type="http://schemas.openxmlformats.org/officeDocument/2006/relationships/customXml" Target="../ink/ink126.xml"/><Relationship Id="rId294" Type="http://schemas.openxmlformats.org/officeDocument/2006/relationships/image" Target="../media/image170.png"/><Relationship Id="rId308" Type="http://schemas.openxmlformats.org/officeDocument/2006/relationships/image" Target="../media/image177.png"/><Relationship Id="rId47" Type="http://schemas.openxmlformats.org/officeDocument/2006/relationships/image" Target="../media/image47.png"/><Relationship Id="rId89" Type="http://schemas.openxmlformats.org/officeDocument/2006/relationships/image" Target="../media/image68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customXml" Target="../ink/ink181.xml"/><Relationship Id="rId196" Type="http://schemas.openxmlformats.org/officeDocument/2006/relationships/customXml" Target="../ink/ink98.xml"/><Relationship Id="rId417" Type="http://schemas.openxmlformats.org/officeDocument/2006/relationships/customXml" Target="../ink/ink209.xml"/><Relationship Id="rId459" Type="http://schemas.openxmlformats.org/officeDocument/2006/relationships/image" Target="../media/image252.png"/><Relationship Id="rId16" Type="http://schemas.openxmlformats.org/officeDocument/2006/relationships/customXml" Target="../ink/ink8.xml"/><Relationship Id="rId221" Type="http://schemas.openxmlformats.org/officeDocument/2006/relationships/image" Target="../media/image134.png"/><Relationship Id="rId263" Type="http://schemas.openxmlformats.org/officeDocument/2006/relationships/customXml" Target="../ink/ink132.xml"/><Relationship Id="rId319" Type="http://schemas.openxmlformats.org/officeDocument/2006/relationships/customXml" Target="../ink/ink160.xml"/><Relationship Id="rId58" Type="http://schemas.openxmlformats.org/officeDocument/2006/relationships/customXml" Target="../ink/ink29.xml"/><Relationship Id="rId123" Type="http://schemas.openxmlformats.org/officeDocument/2006/relationships/image" Target="../media/image85.png"/><Relationship Id="rId330" Type="http://schemas.openxmlformats.org/officeDocument/2006/relationships/image" Target="../media/image188.png"/><Relationship Id="rId165" Type="http://schemas.openxmlformats.org/officeDocument/2006/relationships/image" Target="../media/image106.png"/><Relationship Id="rId372" Type="http://schemas.openxmlformats.org/officeDocument/2006/relationships/image" Target="../media/image209.png"/><Relationship Id="rId428" Type="http://schemas.openxmlformats.org/officeDocument/2006/relationships/customXml" Target="../ink/ink215.xml"/><Relationship Id="rId232" Type="http://schemas.openxmlformats.org/officeDocument/2006/relationships/customXml" Target="../ink/ink116.xml"/><Relationship Id="rId274" Type="http://schemas.openxmlformats.org/officeDocument/2006/relationships/image" Target="../media/image160.png"/><Relationship Id="rId27" Type="http://schemas.openxmlformats.org/officeDocument/2006/relationships/image" Target="../media/image37.png"/><Relationship Id="rId69" Type="http://schemas.openxmlformats.org/officeDocument/2006/relationships/image" Target="../media/image58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customXml" Target="../ink/ink171.xml"/><Relationship Id="rId383" Type="http://schemas.openxmlformats.org/officeDocument/2006/relationships/customXml" Target="../ink/ink192.xml"/><Relationship Id="rId439" Type="http://schemas.openxmlformats.org/officeDocument/2006/relationships/image" Target="../media/image242.png"/><Relationship Id="rId201" Type="http://schemas.openxmlformats.org/officeDocument/2006/relationships/image" Target="../media/image124.png"/><Relationship Id="rId243" Type="http://schemas.openxmlformats.org/officeDocument/2006/relationships/image" Target="../media/image145.png"/><Relationship Id="rId285" Type="http://schemas.openxmlformats.org/officeDocument/2006/relationships/customXml" Target="../ink/ink143.xml"/><Relationship Id="rId450" Type="http://schemas.openxmlformats.org/officeDocument/2006/relationships/customXml" Target="../ink/ink226.xml"/><Relationship Id="rId38" Type="http://schemas.openxmlformats.org/officeDocument/2006/relationships/customXml" Target="../ink/ink19.xml"/><Relationship Id="rId103" Type="http://schemas.openxmlformats.org/officeDocument/2006/relationships/image" Target="../media/image75.png"/><Relationship Id="rId310" Type="http://schemas.openxmlformats.org/officeDocument/2006/relationships/image" Target="../media/image178.png"/><Relationship Id="rId91" Type="http://schemas.openxmlformats.org/officeDocument/2006/relationships/image" Target="../media/image69.png"/><Relationship Id="rId145" Type="http://schemas.openxmlformats.org/officeDocument/2006/relationships/image" Target="../media/image96.png"/><Relationship Id="rId187" Type="http://schemas.openxmlformats.org/officeDocument/2006/relationships/image" Target="../media/image117.png"/><Relationship Id="rId352" Type="http://schemas.openxmlformats.org/officeDocument/2006/relationships/image" Target="../media/image199.png"/><Relationship Id="rId394" Type="http://schemas.openxmlformats.org/officeDocument/2006/relationships/image" Target="../media/image220.png"/><Relationship Id="rId408" Type="http://schemas.openxmlformats.org/officeDocument/2006/relationships/image" Target="../media/image227.png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48.png"/><Relationship Id="rId114" Type="http://schemas.openxmlformats.org/officeDocument/2006/relationships/customXml" Target="../ink/ink57.xml"/><Relationship Id="rId296" Type="http://schemas.openxmlformats.org/officeDocument/2006/relationships/image" Target="../media/image171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customXml" Target="../ink/ink161.xml"/><Relationship Id="rId363" Type="http://schemas.openxmlformats.org/officeDocument/2006/relationships/customXml" Target="../ink/ink182.xml"/><Relationship Id="rId419" Type="http://schemas.openxmlformats.org/officeDocument/2006/relationships/customXml" Target="../ink/ink210.xml"/><Relationship Id="rId223" Type="http://schemas.openxmlformats.org/officeDocument/2006/relationships/image" Target="../media/image135.png"/><Relationship Id="rId430" Type="http://schemas.openxmlformats.org/officeDocument/2006/relationships/customXml" Target="../ink/ink216.xml"/><Relationship Id="rId18" Type="http://schemas.openxmlformats.org/officeDocument/2006/relationships/customXml" Target="../ink/ink9.xml"/><Relationship Id="rId265" Type="http://schemas.openxmlformats.org/officeDocument/2006/relationships/customXml" Target="../ink/ink133.xml"/><Relationship Id="rId125" Type="http://schemas.openxmlformats.org/officeDocument/2006/relationships/image" Target="../media/image86.png"/><Relationship Id="rId167" Type="http://schemas.openxmlformats.org/officeDocument/2006/relationships/image" Target="../media/image107.png"/><Relationship Id="rId332" Type="http://schemas.openxmlformats.org/officeDocument/2006/relationships/image" Target="../media/image189.png"/><Relationship Id="rId374" Type="http://schemas.openxmlformats.org/officeDocument/2006/relationships/image" Target="../media/image210.png"/><Relationship Id="rId71" Type="http://schemas.openxmlformats.org/officeDocument/2006/relationships/image" Target="../media/image59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38.png"/><Relationship Id="rId255" Type="http://schemas.openxmlformats.org/officeDocument/2006/relationships/image" Target="../media/image151.png"/><Relationship Id="rId276" Type="http://schemas.openxmlformats.org/officeDocument/2006/relationships/image" Target="../media/image161.png"/><Relationship Id="rId297" Type="http://schemas.openxmlformats.org/officeDocument/2006/relationships/customXml" Target="../ink/ink149.xml"/><Relationship Id="rId441" Type="http://schemas.openxmlformats.org/officeDocument/2006/relationships/image" Target="../media/image243.png"/><Relationship Id="rId40" Type="http://schemas.openxmlformats.org/officeDocument/2006/relationships/customXml" Target="../ink/ink20.xml"/><Relationship Id="rId115" Type="http://schemas.openxmlformats.org/officeDocument/2006/relationships/image" Target="../media/image81.png"/><Relationship Id="rId136" Type="http://schemas.openxmlformats.org/officeDocument/2006/relationships/customXml" Target="../ink/ink68.xml"/><Relationship Id="rId157" Type="http://schemas.openxmlformats.org/officeDocument/2006/relationships/image" Target="../media/image102.png"/><Relationship Id="rId178" Type="http://schemas.openxmlformats.org/officeDocument/2006/relationships/customXml" Target="../ink/ink89.xml"/><Relationship Id="rId301" Type="http://schemas.openxmlformats.org/officeDocument/2006/relationships/customXml" Target="../ink/ink151.xml"/><Relationship Id="rId322" Type="http://schemas.openxmlformats.org/officeDocument/2006/relationships/image" Target="../media/image184.png"/><Relationship Id="rId343" Type="http://schemas.openxmlformats.org/officeDocument/2006/relationships/customXml" Target="../ink/ink172.xml"/><Relationship Id="rId364" Type="http://schemas.openxmlformats.org/officeDocument/2006/relationships/image" Target="../media/image205.png"/><Relationship Id="rId61" Type="http://schemas.openxmlformats.org/officeDocument/2006/relationships/image" Target="../media/image54.png"/><Relationship Id="rId82" Type="http://schemas.openxmlformats.org/officeDocument/2006/relationships/customXml" Target="../ink/ink41.xml"/><Relationship Id="rId199" Type="http://schemas.openxmlformats.org/officeDocument/2006/relationships/image" Target="../media/image123.png"/><Relationship Id="rId203" Type="http://schemas.openxmlformats.org/officeDocument/2006/relationships/image" Target="../media/image125.png"/><Relationship Id="rId385" Type="http://schemas.openxmlformats.org/officeDocument/2006/relationships/customXml" Target="../ink/ink193.xml"/><Relationship Id="rId19" Type="http://schemas.openxmlformats.org/officeDocument/2006/relationships/image" Target="../media/image33.png"/><Relationship Id="rId224" Type="http://schemas.openxmlformats.org/officeDocument/2006/relationships/customXml" Target="../ink/ink112.xml"/><Relationship Id="rId245" Type="http://schemas.openxmlformats.org/officeDocument/2006/relationships/image" Target="../media/image146.png"/><Relationship Id="rId266" Type="http://schemas.openxmlformats.org/officeDocument/2006/relationships/image" Target="../media/image156.png"/><Relationship Id="rId287" Type="http://schemas.openxmlformats.org/officeDocument/2006/relationships/customXml" Target="../ink/ink144.xml"/><Relationship Id="rId410" Type="http://schemas.openxmlformats.org/officeDocument/2006/relationships/image" Target="../media/image228.png"/><Relationship Id="rId431" Type="http://schemas.openxmlformats.org/officeDocument/2006/relationships/image" Target="../media/image238.png"/><Relationship Id="rId452" Type="http://schemas.openxmlformats.org/officeDocument/2006/relationships/customXml" Target="../ink/ink227.xml"/><Relationship Id="rId30" Type="http://schemas.openxmlformats.org/officeDocument/2006/relationships/customXml" Target="../ink/ink15.xml"/><Relationship Id="rId105" Type="http://schemas.openxmlformats.org/officeDocument/2006/relationships/image" Target="../media/image76.png"/><Relationship Id="rId126" Type="http://schemas.openxmlformats.org/officeDocument/2006/relationships/customXml" Target="../ink/ink63.xml"/><Relationship Id="rId147" Type="http://schemas.openxmlformats.org/officeDocument/2006/relationships/image" Target="../media/image97.png"/><Relationship Id="rId168" Type="http://schemas.openxmlformats.org/officeDocument/2006/relationships/customXml" Target="../ink/ink84.xml"/><Relationship Id="rId312" Type="http://schemas.openxmlformats.org/officeDocument/2006/relationships/image" Target="../media/image179.png"/><Relationship Id="rId333" Type="http://schemas.openxmlformats.org/officeDocument/2006/relationships/customXml" Target="../ink/ink167.xml"/><Relationship Id="rId354" Type="http://schemas.openxmlformats.org/officeDocument/2006/relationships/image" Target="../media/image200.png"/><Relationship Id="rId51" Type="http://schemas.openxmlformats.org/officeDocument/2006/relationships/image" Target="../media/image49.png"/><Relationship Id="rId72" Type="http://schemas.openxmlformats.org/officeDocument/2006/relationships/customXml" Target="../ink/ink36.xml"/><Relationship Id="rId93" Type="http://schemas.openxmlformats.org/officeDocument/2006/relationships/image" Target="../media/image70.png"/><Relationship Id="rId189" Type="http://schemas.openxmlformats.org/officeDocument/2006/relationships/image" Target="../media/image118.png"/><Relationship Id="rId375" Type="http://schemas.openxmlformats.org/officeDocument/2006/relationships/customXml" Target="../ink/ink188.xml"/><Relationship Id="rId396" Type="http://schemas.openxmlformats.org/officeDocument/2006/relationships/image" Target="../media/image221.png"/><Relationship Id="rId3" Type="http://schemas.openxmlformats.org/officeDocument/2006/relationships/image" Target="../media/image25.png"/><Relationship Id="rId214" Type="http://schemas.openxmlformats.org/officeDocument/2006/relationships/customXml" Target="../ink/ink107.xml"/><Relationship Id="rId235" Type="http://schemas.openxmlformats.org/officeDocument/2006/relationships/image" Target="../media/image141.png"/><Relationship Id="rId256" Type="http://schemas.openxmlformats.org/officeDocument/2006/relationships/customXml" Target="../ink/ink128.xml"/><Relationship Id="rId277" Type="http://schemas.openxmlformats.org/officeDocument/2006/relationships/customXml" Target="../ink/ink139.xml"/><Relationship Id="rId298" Type="http://schemas.openxmlformats.org/officeDocument/2006/relationships/image" Target="../media/image172.png"/><Relationship Id="rId400" Type="http://schemas.openxmlformats.org/officeDocument/2006/relationships/image" Target="../media/image223.png"/><Relationship Id="rId421" Type="http://schemas.openxmlformats.org/officeDocument/2006/relationships/customXml" Target="../ink/ink211.xml"/><Relationship Id="rId442" Type="http://schemas.openxmlformats.org/officeDocument/2006/relationships/customXml" Target="../ink/ink222.xml"/><Relationship Id="rId116" Type="http://schemas.openxmlformats.org/officeDocument/2006/relationships/customXml" Target="../ink/ink58.xml"/><Relationship Id="rId137" Type="http://schemas.openxmlformats.org/officeDocument/2006/relationships/image" Target="../media/image92.png"/><Relationship Id="rId158" Type="http://schemas.openxmlformats.org/officeDocument/2006/relationships/customXml" Target="../ink/ink79.xml"/><Relationship Id="rId302" Type="http://schemas.openxmlformats.org/officeDocument/2006/relationships/image" Target="../media/image174.png"/><Relationship Id="rId323" Type="http://schemas.openxmlformats.org/officeDocument/2006/relationships/customXml" Target="../ink/ink162.xml"/><Relationship Id="rId344" Type="http://schemas.openxmlformats.org/officeDocument/2006/relationships/image" Target="../media/image195.png"/><Relationship Id="rId20" Type="http://schemas.openxmlformats.org/officeDocument/2006/relationships/customXml" Target="../ink/ink10.xml"/><Relationship Id="rId41" Type="http://schemas.openxmlformats.org/officeDocument/2006/relationships/image" Target="../media/image44.png"/><Relationship Id="rId62" Type="http://schemas.openxmlformats.org/officeDocument/2006/relationships/customXml" Target="../ink/ink31.xml"/><Relationship Id="rId83" Type="http://schemas.openxmlformats.org/officeDocument/2006/relationships/image" Target="../media/image65.png"/><Relationship Id="rId179" Type="http://schemas.openxmlformats.org/officeDocument/2006/relationships/image" Target="../media/image113.png"/><Relationship Id="rId365" Type="http://schemas.openxmlformats.org/officeDocument/2006/relationships/customXml" Target="../ink/ink183.xml"/><Relationship Id="rId386" Type="http://schemas.openxmlformats.org/officeDocument/2006/relationships/image" Target="../media/image216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36.png"/><Relationship Id="rId246" Type="http://schemas.openxmlformats.org/officeDocument/2006/relationships/customXml" Target="../ink/ink123.xml"/><Relationship Id="rId267" Type="http://schemas.openxmlformats.org/officeDocument/2006/relationships/customXml" Target="../ink/ink134.xml"/><Relationship Id="rId288" Type="http://schemas.openxmlformats.org/officeDocument/2006/relationships/image" Target="../media/image167.png"/><Relationship Id="rId411" Type="http://schemas.openxmlformats.org/officeDocument/2006/relationships/customXml" Target="../ink/ink206.xml"/><Relationship Id="rId432" Type="http://schemas.openxmlformats.org/officeDocument/2006/relationships/customXml" Target="../ink/ink217.xml"/><Relationship Id="rId453" Type="http://schemas.openxmlformats.org/officeDocument/2006/relationships/image" Target="../media/image249.png"/><Relationship Id="rId106" Type="http://schemas.openxmlformats.org/officeDocument/2006/relationships/customXml" Target="../ink/ink53.xml"/><Relationship Id="rId127" Type="http://schemas.openxmlformats.org/officeDocument/2006/relationships/image" Target="../media/image87.png"/><Relationship Id="rId313" Type="http://schemas.openxmlformats.org/officeDocument/2006/relationships/customXml" Target="../ink/ink157.xml"/><Relationship Id="rId10" Type="http://schemas.openxmlformats.org/officeDocument/2006/relationships/customXml" Target="../ink/ink5.xml"/><Relationship Id="rId31" Type="http://schemas.openxmlformats.org/officeDocument/2006/relationships/image" Target="../media/image39.png"/><Relationship Id="rId52" Type="http://schemas.openxmlformats.org/officeDocument/2006/relationships/customXml" Target="../ink/ink26.xml"/><Relationship Id="rId73" Type="http://schemas.openxmlformats.org/officeDocument/2006/relationships/image" Target="../media/image60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108.png"/><Relationship Id="rId334" Type="http://schemas.openxmlformats.org/officeDocument/2006/relationships/image" Target="../media/image190.png"/><Relationship Id="rId355" Type="http://schemas.openxmlformats.org/officeDocument/2006/relationships/customXml" Target="../ink/ink178.xml"/><Relationship Id="rId376" Type="http://schemas.openxmlformats.org/officeDocument/2006/relationships/image" Target="../media/image211.png"/><Relationship Id="rId397" Type="http://schemas.openxmlformats.org/officeDocument/2006/relationships/customXml" Target="../ink/ink199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31.png"/><Relationship Id="rId236" Type="http://schemas.openxmlformats.org/officeDocument/2006/relationships/customXml" Target="../ink/ink118.xml"/><Relationship Id="rId257" Type="http://schemas.openxmlformats.org/officeDocument/2006/relationships/customXml" Target="../ink/ink129.xml"/><Relationship Id="rId278" Type="http://schemas.openxmlformats.org/officeDocument/2006/relationships/image" Target="../media/image162.png"/><Relationship Id="rId401" Type="http://schemas.openxmlformats.org/officeDocument/2006/relationships/customXml" Target="../ink/ink201.xml"/><Relationship Id="rId422" Type="http://schemas.openxmlformats.org/officeDocument/2006/relationships/customXml" Target="../ink/ink212.xml"/><Relationship Id="rId443" Type="http://schemas.openxmlformats.org/officeDocument/2006/relationships/image" Target="../media/image244.png"/><Relationship Id="rId303" Type="http://schemas.openxmlformats.org/officeDocument/2006/relationships/customXml" Target="../ink/ink152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3.xml"/><Relationship Id="rId387" Type="http://schemas.openxmlformats.org/officeDocument/2006/relationships/customXml" Target="../ink/ink194.xml"/><Relationship Id="rId191" Type="http://schemas.openxmlformats.org/officeDocument/2006/relationships/image" Target="../media/image119.png"/><Relationship Id="rId205" Type="http://schemas.openxmlformats.org/officeDocument/2006/relationships/image" Target="../media/image126.png"/><Relationship Id="rId247" Type="http://schemas.openxmlformats.org/officeDocument/2006/relationships/image" Target="../media/image147.png"/><Relationship Id="rId412" Type="http://schemas.openxmlformats.org/officeDocument/2006/relationships/image" Target="../media/image229.png"/><Relationship Id="rId107" Type="http://schemas.openxmlformats.org/officeDocument/2006/relationships/image" Target="../media/image77.png"/><Relationship Id="rId289" Type="http://schemas.openxmlformats.org/officeDocument/2006/relationships/customXml" Target="../ink/ink145.xml"/><Relationship Id="rId454" Type="http://schemas.openxmlformats.org/officeDocument/2006/relationships/customXml" Target="../ink/ink228.xml"/><Relationship Id="rId11" Type="http://schemas.openxmlformats.org/officeDocument/2006/relationships/image" Target="../media/image29.png"/><Relationship Id="rId53" Type="http://schemas.openxmlformats.org/officeDocument/2006/relationships/image" Target="../media/image50.png"/><Relationship Id="rId149" Type="http://schemas.openxmlformats.org/officeDocument/2006/relationships/image" Target="../media/image98.png"/><Relationship Id="rId314" Type="http://schemas.openxmlformats.org/officeDocument/2006/relationships/image" Target="../media/image180.png"/><Relationship Id="rId356" Type="http://schemas.openxmlformats.org/officeDocument/2006/relationships/image" Target="../media/image201.png"/><Relationship Id="rId398" Type="http://schemas.openxmlformats.org/officeDocument/2006/relationships/image" Target="../media/image222.png"/><Relationship Id="rId95" Type="http://schemas.openxmlformats.org/officeDocument/2006/relationships/image" Target="../media/image71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34.png"/><Relationship Id="rId258" Type="http://schemas.openxmlformats.org/officeDocument/2006/relationships/image" Target="../media/image152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3.xml"/><Relationship Id="rId367" Type="http://schemas.openxmlformats.org/officeDocument/2006/relationships/customXml" Target="../ink/ink184.xml"/><Relationship Id="rId171" Type="http://schemas.openxmlformats.org/officeDocument/2006/relationships/image" Target="../media/image109.png"/><Relationship Id="rId227" Type="http://schemas.openxmlformats.org/officeDocument/2006/relationships/image" Target="../media/image137.png"/><Relationship Id="rId269" Type="http://schemas.openxmlformats.org/officeDocument/2006/relationships/customXml" Target="../ink/ink135.xml"/><Relationship Id="rId434" Type="http://schemas.openxmlformats.org/officeDocument/2006/relationships/customXml" Target="../ink/ink218.xml"/><Relationship Id="rId33" Type="http://schemas.openxmlformats.org/officeDocument/2006/relationships/image" Target="../media/image40.png"/><Relationship Id="rId129" Type="http://schemas.openxmlformats.org/officeDocument/2006/relationships/image" Target="../media/image88.png"/><Relationship Id="rId280" Type="http://schemas.openxmlformats.org/officeDocument/2006/relationships/image" Target="../media/image163.png"/><Relationship Id="rId336" Type="http://schemas.openxmlformats.org/officeDocument/2006/relationships/image" Target="../media/image191.png"/><Relationship Id="rId75" Type="http://schemas.openxmlformats.org/officeDocument/2006/relationships/image" Target="../media/image61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image" Target="../media/image212.png"/><Relationship Id="rId403" Type="http://schemas.openxmlformats.org/officeDocument/2006/relationships/customXml" Target="../ink/ink202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45.png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99.png"/><Relationship Id="rId389" Type="http://schemas.openxmlformats.org/officeDocument/2006/relationships/customXml" Target="../ink/ink195.xml"/><Relationship Id="rId193" Type="http://schemas.openxmlformats.org/officeDocument/2006/relationships/image" Target="../media/image120.png"/><Relationship Id="rId207" Type="http://schemas.openxmlformats.org/officeDocument/2006/relationships/image" Target="../media/image127.png"/><Relationship Id="rId249" Type="http://schemas.openxmlformats.org/officeDocument/2006/relationships/image" Target="../media/image148.png"/><Relationship Id="rId414" Type="http://schemas.openxmlformats.org/officeDocument/2006/relationships/image" Target="../media/image230.png"/><Relationship Id="rId456" Type="http://schemas.openxmlformats.org/officeDocument/2006/relationships/customXml" Target="../ink/ink229.xml"/><Relationship Id="rId13" Type="http://schemas.openxmlformats.org/officeDocument/2006/relationships/image" Target="../media/image30.png"/><Relationship Id="rId109" Type="http://schemas.openxmlformats.org/officeDocument/2006/relationships/image" Target="../media/image78.png"/><Relationship Id="rId260" Type="http://schemas.openxmlformats.org/officeDocument/2006/relationships/image" Target="../media/image153.png"/><Relationship Id="rId316" Type="http://schemas.openxmlformats.org/officeDocument/2006/relationships/image" Target="../media/image181.png"/><Relationship Id="rId55" Type="http://schemas.openxmlformats.org/officeDocument/2006/relationships/image" Target="../media/image51.png"/><Relationship Id="rId97" Type="http://schemas.openxmlformats.org/officeDocument/2006/relationships/image" Target="../media/image72.png"/><Relationship Id="rId120" Type="http://schemas.openxmlformats.org/officeDocument/2006/relationships/customXml" Target="../ink/ink60.xml"/><Relationship Id="rId358" Type="http://schemas.openxmlformats.org/officeDocument/2006/relationships/image" Target="../media/image202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35.png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89.png"/><Relationship Id="rId327" Type="http://schemas.openxmlformats.org/officeDocument/2006/relationships/customXml" Target="../ink/ink164.xml"/><Relationship Id="rId369" Type="http://schemas.openxmlformats.org/officeDocument/2006/relationships/customXml" Target="../ink/ink185.xml"/><Relationship Id="rId173" Type="http://schemas.openxmlformats.org/officeDocument/2006/relationships/image" Target="../media/image110.png"/><Relationship Id="rId229" Type="http://schemas.openxmlformats.org/officeDocument/2006/relationships/image" Target="../media/image138.png"/><Relationship Id="rId380" Type="http://schemas.openxmlformats.org/officeDocument/2006/relationships/image" Target="../media/image213.png"/><Relationship Id="rId436" Type="http://schemas.openxmlformats.org/officeDocument/2006/relationships/customXml" Target="../ink/ink219.xml"/><Relationship Id="rId240" Type="http://schemas.openxmlformats.org/officeDocument/2006/relationships/customXml" Target="../ink/ink120.xml"/><Relationship Id="rId35" Type="http://schemas.openxmlformats.org/officeDocument/2006/relationships/image" Target="../media/image41.png"/><Relationship Id="rId77" Type="http://schemas.openxmlformats.org/officeDocument/2006/relationships/image" Target="../media/image62.png"/><Relationship Id="rId100" Type="http://schemas.openxmlformats.org/officeDocument/2006/relationships/customXml" Target="../ink/ink50.xml"/><Relationship Id="rId282" Type="http://schemas.openxmlformats.org/officeDocument/2006/relationships/image" Target="../media/image164.png"/><Relationship Id="rId338" Type="http://schemas.openxmlformats.org/officeDocument/2006/relationships/image" Target="../media/image192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customXml" Target="../ink/ink196.xml"/><Relationship Id="rId405" Type="http://schemas.openxmlformats.org/officeDocument/2006/relationships/customXml" Target="../ink/ink203.xml"/><Relationship Id="rId447" Type="http://schemas.openxmlformats.org/officeDocument/2006/relationships/image" Target="../media/image246.png"/><Relationship Id="rId251" Type="http://schemas.openxmlformats.org/officeDocument/2006/relationships/image" Target="../media/image149.png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88" Type="http://schemas.openxmlformats.org/officeDocument/2006/relationships/customXml" Target="../ink/ink44.xml"/><Relationship Id="rId111" Type="http://schemas.openxmlformats.org/officeDocument/2006/relationships/image" Target="../media/image79.png"/><Relationship Id="rId153" Type="http://schemas.openxmlformats.org/officeDocument/2006/relationships/image" Target="../media/image100.png"/><Relationship Id="rId195" Type="http://schemas.openxmlformats.org/officeDocument/2006/relationships/image" Target="../media/image121.png"/><Relationship Id="rId209" Type="http://schemas.openxmlformats.org/officeDocument/2006/relationships/image" Target="../media/image128.png"/><Relationship Id="rId360" Type="http://schemas.openxmlformats.org/officeDocument/2006/relationships/image" Target="../media/image203.png"/><Relationship Id="rId416" Type="http://schemas.openxmlformats.org/officeDocument/2006/relationships/image" Target="../media/image231.png"/><Relationship Id="rId220" Type="http://schemas.openxmlformats.org/officeDocument/2006/relationships/customXml" Target="../ink/ink110.xml"/><Relationship Id="rId458" Type="http://schemas.openxmlformats.org/officeDocument/2006/relationships/customXml" Target="../ink/ink230.xml"/><Relationship Id="rId15" Type="http://schemas.openxmlformats.org/officeDocument/2006/relationships/image" Target="../media/image31.png"/><Relationship Id="rId57" Type="http://schemas.openxmlformats.org/officeDocument/2006/relationships/image" Target="../media/image52.png"/><Relationship Id="rId262" Type="http://schemas.openxmlformats.org/officeDocument/2006/relationships/image" Target="../media/image154.png"/><Relationship Id="rId318" Type="http://schemas.openxmlformats.org/officeDocument/2006/relationships/image" Target="../media/image182.png"/><Relationship Id="rId99" Type="http://schemas.openxmlformats.org/officeDocument/2006/relationships/image" Target="../media/image73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customXml" Target="../ink/ink186.xml"/><Relationship Id="rId427" Type="http://schemas.openxmlformats.org/officeDocument/2006/relationships/image" Target="../media/image236.png"/><Relationship Id="rId26" Type="http://schemas.openxmlformats.org/officeDocument/2006/relationships/customXml" Target="../ink/ink13.xml"/><Relationship Id="rId231" Type="http://schemas.openxmlformats.org/officeDocument/2006/relationships/image" Target="../media/image139.png"/><Relationship Id="rId273" Type="http://schemas.openxmlformats.org/officeDocument/2006/relationships/customXml" Target="../ink/ink137.xml"/><Relationship Id="rId329" Type="http://schemas.openxmlformats.org/officeDocument/2006/relationships/customXml" Target="../ink/ink165.xml"/><Relationship Id="rId68" Type="http://schemas.openxmlformats.org/officeDocument/2006/relationships/customXml" Target="../ink/ink34.xml"/><Relationship Id="rId133" Type="http://schemas.openxmlformats.org/officeDocument/2006/relationships/image" Target="../media/image90.png"/><Relationship Id="rId175" Type="http://schemas.openxmlformats.org/officeDocument/2006/relationships/image" Target="../media/image111.png"/><Relationship Id="rId340" Type="http://schemas.openxmlformats.org/officeDocument/2006/relationships/image" Target="../media/image193.png"/><Relationship Id="rId200" Type="http://schemas.openxmlformats.org/officeDocument/2006/relationships/customXml" Target="../ink/ink100.xml"/><Relationship Id="rId382" Type="http://schemas.openxmlformats.org/officeDocument/2006/relationships/image" Target="../media/image214.png"/><Relationship Id="rId438" Type="http://schemas.openxmlformats.org/officeDocument/2006/relationships/customXml" Target="../ink/ink220.xml"/><Relationship Id="rId242" Type="http://schemas.openxmlformats.org/officeDocument/2006/relationships/customXml" Target="../ink/ink121.xml"/><Relationship Id="rId284" Type="http://schemas.openxmlformats.org/officeDocument/2006/relationships/image" Target="../media/image165.png"/><Relationship Id="rId37" Type="http://schemas.openxmlformats.org/officeDocument/2006/relationships/image" Target="../media/image42.png"/><Relationship Id="rId79" Type="http://schemas.openxmlformats.org/officeDocument/2006/relationships/image" Target="../media/image63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customXml" Target="../ink/ink176.xml"/><Relationship Id="rId393" Type="http://schemas.openxmlformats.org/officeDocument/2006/relationships/customXml" Target="../ink/ink197.xml"/><Relationship Id="rId407" Type="http://schemas.openxmlformats.org/officeDocument/2006/relationships/customXml" Target="../ink/ink204.xml"/><Relationship Id="rId449" Type="http://schemas.openxmlformats.org/officeDocument/2006/relationships/image" Target="../media/image247.png"/><Relationship Id="rId211" Type="http://schemas.openxmlformats.org/officeDocument/2006/relationships/image" Target="../media/image129.png"/><Relationship Id="rId253" Type="http://schemas.openxmlformats.org/officeDocument/2006/relationships/image" Target="../media/image150.png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8" Type="http://schemas.openxmlformats.org/officeDocument/2006/relationships/customXml" Target="../ink/ink24.xml"/><Relationship Id="rId113" Type="http://schemas.openxmlformats.org/officeDocument/2006/relationships/image" Target="../media/image80.png"/><Relationship Id="rId320" Type="http://schemas.openxmlformats.org/officeDocument/2006/relationships/image" Target="../media/image183.png"/><Relationship Id="rId155" Type="http://schemas.openxmlformats.org/officeDocument/2006/relationships/image" Target="../media/image101.png"/><Relationship Id="rId197" Type="http://schemas.openxmlformats.org/officeDocument/2006/relationships/image" Target="../media/image122.png"/><Relationship Id="rId362" Type="http://schemas.openxmlformats.org/officeDocument/2006/relationships/image" Target="../media/image204.png"/><Relationship Id="rId418" Type="http://schemas.openxmlformats.org/officeDocument/2006/relationships/image" Target="../media/image232.png"/><Relationship Id="rId222" Type="http://schemas.openxmlformats.org/officeDocument/2006/relationships/customXml" Target="../ink/ink111.xml"/><Relationship Id="rId264" Type="http://schemas.openxmlformats.org/officeDocument/2006/relationships/image" Target="../media/image155.png"/><Relationship Id="rId17" Type="http://schemas.openxmlformats.org/officeDocument/2006/relationships/image" Target="../media/image32.png"/><Relationship Id="rId59" Type="http://schemas.openxmlformats.org/officeDocument/2006/relationships/image" Target="../media/image53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customXml" Target="../ink/ink166.xml"/><Relationship Id="rId373" Type="http://schemas.openxmlformats.org/officeDocument/2006/relationships/customXml" Target="../ink/ink187.xml"/><Relationship Id="rId429" Type="http://schemas.openxmlformats.org/officeDocument/2006/relationships/image" Target="../media/image23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40.png"/><Relationship Id="rId440" Type="http://schemas.openxmlformats.org/officeDocument/2006/relationships/customXml" Target="../ink/ink221.xml"/><Relationship Id="rId28" Type="http://schemas.openxmlformats.org/officeDocument/2006/relationships/customXml" Target="../ink/ink14.xml"/><Relationship Id="rId275" Type="http://schemas.openxmlformats.org/officeDocument/2006/relationships/customXml" Target="../ink/ink138.xml"/><Relationship Id="rId300" Type="http://schemas.openxmlformats.org/officeDocument/2006/relationships/image" Target="../media/image173.png"/><Relationship Id="rId81" Type="http://schemas.openxmlformats.org/officeDocument/2006/relationships/image" Target="../media/image64.png"/><Relationship Id="rId135" Type="http://schemas.openxmlformats.org/officeDocument/2006/relationships/image" Target="../media/image91.png"/><Relationship Id="rId177" Type="http://schemas.openxmlformats.org/officeDocument/2006/relationships/image" Target="../media/image112.png"/><Relationship Id="rId342" Type="http://schemas.openxmlformats.org/officeDocument/2006/relationships/image" Target="../media/image194.png"/><Relationship Id="rId384" Type="http://schemas.openxmlformats.org/officeDocument/2006/relationships/image" Target="../media/image215.png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43.png"/><Relationship Id="rId286" Type="http://schemas.openxmlformats.org/officeDocument/2006/relationships/image" Target="../media/image166.png"/><Relationship Id="rId451" Type="http://schemas.openxmlformats.org/officeDocument/2006/relationships/image" Target="../media/image248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customXml" Target="../ink/ink156.xml"/><Relationship Id="rId353" Type="http://schemas.openxmlformats.org/officeDocument/2006/relationships/customXml" Target="../ink/ink177.xml"/><Relationship Id="rId395" Type="http://schemas.openxmlformats.org/officeDocument/2006/relationships/customXml" Target="../ink/ink198.xml"/><Relationship Id="rId409" Type="http://schemas.openxmlformats.org/officeDocument/2006/relationships/customXml" Target="../ink/ink205.xml"/><Relationship Id="rId92" Type="http://schemas.openxmlformats.org/officeDocument/2006/relationships/customXml" Target="../ink/ink46.xml"/><Relationship Id="rId213" Type="http://schemas.openxmlformats.org/officeDocument/2006/relationships/image" Target="../media/image130.png"/><Relationship Id="rId420" Type="http://schemas.openxmlformats.org/officeDocument/2006/relationships/image" Target="../media/image23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8.png"/><Relationship Id="rId18" Type="http://schemas.openxmlformats.org/officeDocument/2006/relationships/customXml" Target="../ink/ink239.xml"/><Relationship Id="rId26" Type="http://schemas.openxmlformats.org/officeDocument/2006/relationships/customXml" Target="../ink/ink243.xml"/><Relationship Id="rId39" Type="http://schemas.openxmlformats.org/officeDocument/2006/relationships/image" Target="../media/image271.png"/><Relationship Id="rId21" Type="http://schemas.openxmlformats.org/officeDocument/2006/relationships/image" Target="../media/image262.png"/><Relationship Id="rId34" Type="http://schemas.openxmlformats.org/officeDocument/2006/relationships/customXml" Target="../ink/ink247.xml"/><Relationship Id="rId42" Type="http://schemas.openxmlformats.org/officeDocument/2006/relationships/customXml" Target="../ink/ink251.xml"/><Relationship Id="rId7" Type="http://schemas.openxmlformats.org/officeDocument/2006/relationships/image" Target="../media/image255.png"/><Relationship Id="rId2" Type="http://schemas.openxmlformats.org/officeDocument/2006/relationships/customXml" Target="../ink/ink231.xml"/><Relationship Id="rId16" Type="http://schemas.openxmlformats.org/officeDocument/2006/relationships/customXml" Target="../ink/ink238.xml"/><Relationship Id="rId29" Type="http://schemas.openxmlformats.org/officeDocument/2006/relationships/image" Target="../media/image26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3.xml"/><Relationship Id="rId11" Type="http://schemas.openxmlformats.org/officeDocument/2006/relationships/image" Target="../media/image257.png"/><Relationship Id="rId24" Type="http://schemas.openxmlformats.org/officeDocument/2006/relationships/customXml" Target="../ink/ink242.xml"/><Relationship Id="rId32" Type="http://schemas.openxmlformats.org/officeDocument/2006/relationships/customXml" Target="../ink/ink246.xml"/><Relationship Id="rId37" Type="http://schemas.openxmlformats.org/officeDocument/2006/relationships/image" Target="../media/image270.png"/><Relationship Id="rId40" Type="http://schemas.openxmlformats.org/officeDocument/2006/relationships/customXml" Target="../ink/ink250.xml"/><Relationship Id="rId45" Type="http://schemas.openxmlformats.org/officeDocument/2006/relationships/image" Target="../media/image274.png"/><Relationship Id="rId5" Type="http://schemas.openxmlformats.org/officeDocument/2006/relationships/image" Target="../media/image254.png"/><Relationship Id="rId15" Type="http://schemas.openxmlformats.org/officeDocument/2006/relationships/image" Target="../media/image259.png"/><Relationship Id="rId23" Type="http://schemas.openxmlformats.org/officeDocument/2006/relationships/image" Target="../media/image263.png"/><Relationship Id="rId28" Type="http://schemas.openxmlformats.org/officeDocument/2006/relationships/customXml" Target="../ink/ink244.xml"/><Relationship Id="rId36" Type="http://schemas.openxmlformats.org/officeDocument/2006/relationships/customXml" Target="../ink/ink248.xml"/><Relationship Id="rId10" Type="http://schemas.openxmlformats.org/officeDocument/2006/relationships/customXml" Target="../ink/ink235.xml"/><Relationship Id="rId19" Type="http://schemas.openxmlformats.org/officeDocument/2006/relationships/image" Target="../media/image261.png"/><Relationship Id="rId31" Type="http://schemas.openxmlformats.org/officeDocument/2006/relationships/image" Target="../media/image267.png"/><Relationship Id="rId44" Type="http://schemas.openxmlformats.org/officeDocument/2006/relationships/customXml" Target="../ink/ink252.xml"/><Relationship Id="rId4" Type="http://schemas.openxmlformats.org/officeDocument/2006/relationships/customXml" Target="../ink/ink232.xml"/><Relationship Id="rId9" Type="http://schemas.openxmlformats.org/officeDocument/2006/relationships/image" Target="../media/image256.png"/><Relationship Id="rId14" Type="http://schemas.openxmlformats.org/officeDocument/2006/relationships/customXml" Target="../ink/ink237.xml"/><Relationship Id="rId22" Type="http://schemas.openxmlformats.org/officeDocument/2006/relationships/customXml" Target="../ink/ink241.xml"/><Relationship Id="rId27" Type="http://schemas.openxmlformats.org/officeDocument/2006/relationships/image" Target="../media/image265.png"/><Relationship Id="rId30" Type="http://schemas.openxmlformats.org/officeDocument/2006/relationships/customXml" Target="../ink/ink245.xml"/><Relationship Id="rId35" Type="http://schemas.openxmlformats.org/officeDocument/2006/relationships/image" Target="../media/image269.png"/><Relationship Id="rId43" Type="http://schemas.openxmlformats.org/officeDocument/2006/relationships/image" Target="../media/image273.png"/><Relationship Id="rId8" Type="http://schemas.openxmlformats.org/officeDocument/2006/relationships/customXml" Target="../ink/ink234.xml"/><Relationship Id="rId3" Type="http://schemas.openxmlformats.org/officeDocument/2006/relationships/image" Target="../media/image253.png"/><Relationship Id="rId12" Type="http://schemas.openxmlformats.org/officeDocument/2006/relationships/customXml" Target="../ink/ink236.xml"/><Relationship Id="rId17" Type="http://schemas.openxmlformats.org/officeDocument/2006/relationships/image" Target="../media/image260.png"/><Relationship Id="rId25" Type="http://schemas.openxmlformats.org/officeDocument/2006/relationships/image" Target="../media/image264.png"/><Relationship Id="rId33" Type="http://schemas.openxmlformats.org/officeDocument/2006/relationships/image" Target="../media/image268.png"/><Relationship Id="rId38" Type="http://schemas.openxmlformats.org/officeDocument/2006/relationships/customXml" Target="../ink/ink249.xml"/><Relationship Id="rId20" Type="http://schemas.openxmlformats.org/officeDocument/2006/relationships/customXml" Target="../ink/ink240.xml"/><Relationship Id="rId41" Type="http://schemas.openxmlformats.org/officeDocument/2006/relationships/image" Target="../media/image2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4432-95BD-6FBC-A85F-BE0F68074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50104"/>
          </a:xfrm>
        </p:spPr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obtenidos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D7164-1BB7-5DCB-555C-FEDF13EC20E7}"/>
              </a:ext>
            </a:extLst>
          </p:cNvPr>
          <p:cNvSpPr txBox="1"/>
          <p:nvPr/>
        </p:nvSpPr>
        <p:spPr>
          <a:xfrm>
            <a:off x="2614325" y="2896623"/>
            <a:ext cx="1421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Objetivos</a:t>
            </a:r>
          </a:p>
          <a:p>
            <a:r>
              <a:rPr lang="en-US" dirty="0"/>
              <a:t>Hipótesis </a:t>
            </a:r>
          </a:p>
          <a:p>
            <a:r>
              <a:rPr lang="en-US" dirty="0" err="1"/>
              <a:t>Metodología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F4DF5-9A15-992E-3B91-1CD3005ADF66}"/>
              </a:ext>
            </a:extLst>
          </p:cNvPr>
          <p:cNvSpPr txBox="1"/>
          <p:nvPr/>
        </p:nvSpPr>
        <p:spPr>
          <a:xfrm>
            <a:off x="6627865" y="2706027"/>
            <a:ext cx="234570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Figuras</a:t>
            </a:r>
            <a:r>
              <a:rPr lang="en-US" dirty="0"/>
              <a:t> CNNs</a:t>
            </a:r>
          </a:p>
          <a:p>
            <a:r>
              <a:rPr lang="en-US" dirty="0"/>
              <a:t>Mejor</a:t>
            </a:r>
          </a:p>
          <a:p>
            <a:r>
              <a:rPr lang="en-US" dirty="0"/>
              <a:t>Peor</a:t>
            </a:r>
          </a:p>
          <a:p>
            <a:r>
              <a:rPr lang="en-US" dirty="0"/>
              <a:t>Intermedia</a:t>
            </a:r>
          </a:p>
          <a:p>
            <a:endParaRPr lang="en-US" dirty="0"/>
          </a:p>
          <a:p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Confusión</a:t>
            </a:r>
            <a:endParaRPr lang="en-US" dirty="0"/>
          </a:p>
          <a:p>
            <a:r>
              <a:rPr lang="en-US" dirty="0"/>
              <a:t>ROC</a:t>
            </a:r>
          </a:p>
          <a:p>
            <a:r>
              <a:rPr lang="en-US" dirty="0" err="1"/>
              <a:t>Sensibilidad</a:t>
            </a:r>
            <a:endParaRPr lang="en-US" dirty="0"/>
          </a:p>
          <a:p>
            <a:r>
              <a:rPr lang="en-US" dirty="0" err="1"/>
              <a:t>EspeifiCdad</a:t>
            </a:r>
            <a:endParaRPr lang="en-US" dirty="0"/>
          </a:p>
          <a:p>
            <a:r>
              <a:rPr lang="en-US" dirty="0"/>
              <a:t>F1-Score</a:t>
            </a:r>
          </a:p>
          <a:p>
            <a:r>
              <a:rPr lang="en-US" dirty="0" err="1"/>
              <a:t>Tabla</a:t>
            </a:r>
            <a:r>
              <a:rPr lang="en-US" dirty="0"/>
              <a:t> de </a:t>
            </a:r>
            <a:r>
              <a:rPr lang="en-US" dirty="0" err="1"/>
              <a:t>ContigenCia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638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9932F7-AF6C-87E4-C70C-333966C4309D}"/>
              </a:ext>
            </a:extLst>
          </p:cNvPr>
          <p:cNvSpPr txBox="1"/>
          <p:nvPr/>
        </p:nvSpPr>
        <p:spPr>
          <a:xfrm>
            <a:off x="1066256" y="392763"/>
            <a:ext cx="25857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POBLACION INICIAL: 10</a:t>
            </a:r>
          </a:p>
          <a:p>
            <a:endParaRPr lang="en-US" dirty="0"/>
          </a:p>
          <a:p>
            <a:r>
              <a:rPr lang="en-US" dirty="0"/>
              <a:t>GENERACIONES: 15</a:t>
            </a:r>
          </a:p>
          <a:p>
            <a:endParaRPr lang="en-US" dirty="0"/>
          </a:p>
          <a:p>
            <a:r>
              <a:rPr lang="en-US" dirty="0"/>
              <a:t>EJECUCIONES: 20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0DEF3F0-A451-4504-FCD5-6FEF2C455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9" y="2193772"/>
            <a:ext cx="3847846" cy="2470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2FB0C4-57F2-FDD1-69A1-FA9355AE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893" y="1152862"/>
            <a:ext cx="6392216" cy="2604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1F68B1-B052-FF26-A337-FD2953819C07}"/>
              </a:ext>
            </a:extLst>
          </p:cNvPr>
          <p:cNvSpPr txBox="1"/>
          <p:nvPr/>
        </p:nvSpPr>
        <p:spPr>
          <a:xfrm>
            <a:off x="5216376" y="3805162"/>
            <a:ext cx="6392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COMB: representa la combinación de crossover y mutación</a:t>
            </a:r>
          </a:p>
          <a:p>
            <a:r>
              <a:rPr lang="es-MX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tipoCrossover_tipoMutación</a:t>
            </a:r>
            <a:r>
              <a:rPr lang="es-MX" dirty="0"/>
              <a:t> </a:t>
            </a:r>
            <a:br>
              <a:rPr lang="es-MX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92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 with black text&#10;&#10;AI-generated content may be incorrect.">
            <a:extLst>
              <a:ext uri="{FF2B5EF4-FFF2-40B4-BE49-F238E27FC236}">
                <a16:creationId xmlns:a16="http://schemas.microsoft.com/office/drawing/2014/main" id="{B8326183-C2E1-4A7B-F31A-8BB4D9295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6" y="342127"/>
            <a:ext cx="5144788" cy="3086873"/>
          </a:xfrm>
          <a:prstGeom prst="rect">
            <a:avLst/>
          </a:prstGeom>
        </p:spPr>
      </p:pic>
      <p:pic>
        <p:nvPicPr>
          <p:cNvPr id="5" name="Picture 4" descr="A graph of blue bars with black text&#10;&#10;AI-generated content may be incorrect.">
            <a:extLst>
              <a:ext uri="{FF2B5EF4-FFF2-40B4-BE49-F238E27FC236}">
                <a16:creationId xmlns:a16="http://schemas.microsoft.com/office/drawing/2014/main" id="{F5438845-9F3B-D042-3DD1-AB81C7FE1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631" y="342127"/>
            <a:ext cx="5336565" cy="3201939"/>
          </a:xfrm>
          <a:prstGeom prst="rect">
            <a:avLst/>
          </a:prstGeom>
        </p:spPr>
      </p:pic>
      <p:pic>
        <p:nvPicPr>
          <p:cNvPr id="7" name="Picture 6" descr="A graph of blue bars&#10;&#10;AI-generated content may be incorrect.">
            <a:extLst>
              <a:ext uri="{FF2B5EF4-FFF2-40B4-BE49-F238E27FC236}">
                <a16:creationId xmlns:a16="http://schemas.microsoft.com/office/drawing/2014/main" id="{B35F85A1-64D6-5FD6-892F-ED1FA9AC4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523" y="3625375"/>
            <a:ext cx="5144790" cy="30868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573914-E0D6-37AF-4AA5-F08DC5459335}"/>
              </a:ext>
            </a:extLst>
          </p:cNvPr>
          <p:cNvSpPr txBox="1"/>
          <p:nvPr/>
        </p:nvSpPr>
        <p:spPr>
          <a:xfrm>
            <a:off x="131618" y="3347690"/>
            <a:ext cx="22206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Notar que </a:t>
            </a:r>
            <a:r>
              <a:rPr lang="en-US" dirty="0" err="1"/>
              <a:t>los</a:t>
            </a:r>
            <a:r>
              <a:rPr lang="en-US" dirty="0"/>
              <a:t> </a:t>
            </a:r>
          </a:p>
          <a:p>
            <a:r>
              <a:rPr lang="en-US" dirty="0" err="1"/>
              <a:t>Gos</a:t>
            </a:r>
            <a:r>
              <a:rPr lang="en-US" dirty="0"/>
              <a:t> “</a:t>
            </a:r>
            <a:r>
              <a:rPr lang="en-US" dirty="0" err="1"/>
              <a:t>Incompletos</a:t>
            </a:r>
            <a:r>
              <a:rPr lang="en-US" dirty="0"/>
              <a:t>”</a:t>
            </a:r>
          </a:p>
          <a:p>
            <a:r>
              <a:rPr lang="en-US" dirty="0" err="1"/>
              <a:t>Obtuvieron</a:t>
            </a:r>
            <a:r>
              <a:rPr lang="en-US" dirty="0"/>
              <a:t> </a:t>
            </a:r>
            <a:r>
              <a:rPr lang="en-US" dirty="0" err="1"/>
              <a:t>menores</a:t>
            </a:r>
            <a:endParaRPr lang="en-US" dirty="0"/>
          </a:p>
          <a:p>
            <a:r>
              <a:rPr lang="en-US" dirty="0"/>
              <a:t>Accuracies, FLOPs</a:t>
            </a:r>
          </a:p>
          <a:p>
            <a:r>
              <a:rPr lang="en-US" dirty="0"/>
              <a:t>Y </a:t>
            </a:r>
            <a:r>
              <a:rPr lang="en-US" dirty="0" err="1"/>
              <a:t>Num_Params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48B1D-B78E-CB09-982A-DA386B2803CE}"/>
              </a:ext>
            </a:extLst>
          </p:cNvPr>
          <p:cNvSpPr txBox="1"/>
          <p:nvPr/>
        </p:nvSpPr>
        <p:spPr>
          <a:xfrm>
            <a:off x="8707582" y="3851564"/>
            <a:ext cx="31232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 COMB que </a:t>
            </a:r>
            <a:r>
              <a:rPr lang="en-US" dirty="0" err="1"/>
              <a:t>dió</a:t>
            </a:r>
            <a:r>
              <a:rPr lang="en-US" dirty="0"/>
              <a:t> </a:t>
            </a:r>
          </a:p>
          <a:p>
            <a:r>
              <a:rPr lang="en-US" dirty="0"/>
              <a:t>Mejor accuracy </a:t>
            </a:r>
            <a:r>
              <a:rPr lang="en-US" dirty="0" err="1"/>
              <a:t>fue</a:t>
            </a:r>
            <a:r>
              <a:rPr lang="en-US" dirty="0"/>
              <a:t> UC_MPAR</a:t>
            </a:r>
          </a:p>
          <a:p>
            <a:r>
              <a:rPr lang="en-US" dirty="0"/>
              <a:t>También </a:t>
            </a:r>
            <a:r>
              <a:rPr lang="en-US" dirty="0" err="1"/>
              <a:t>dió</a:t>
            </a:r>
            <a:r>
              <a:rPr lang="en-US" dirty="0"/>
              <a:t> </a:t>
            </a:r>
            <a:r>
              <a:rPr lang="en-US" dirty="0" err="1"/>
              <a:t>arquitecturas</a:t>
            </a:r>
            <a:endParaRPr lang="en-US" dirty="0"/>
          </a:p>
          <a:p>
            <a:r>
              <a:rPr lang="en-US" dirty="0"/>
              <a:t>Con </a:t>
            </a:r>
            <a:r>
              <a:rPr lang="en-US" dirty="0" err="1"/>
              <a:t>mayores</a:t>
            </a:r>
            <a:r>
              <a:rPr lang="en-US" dirty="0"/>
              <a:t> FLOPs</a:t>
            </a:r>
          </a:p>
          <a:p>
            <a:r>
              <a:rPr lang="en-US" dirty="0"/>
              <a:t>Y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parámetros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FAE399-BCED-7FC4-B617-0E6CE7991B69}"/>
              </a:ext>
            </a:extLst>
          </p:cNvPr>
          <p:cNvSpPr txBox="1"/>
          <p:nvPr/>
        </p:nvSpPr>
        <p:spPr>
          <a:xfrm>
            <a:off x="3596231" y="116601"/>
            <a:ext cx="4272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Medidas</a:t>
            </a:r>
            <a:r>
              <a:rPr lang="en-US" b="1" dirty="0"/>
              <a:t> </a:t>
            </a:r>
            <a:r>
              <a:rPr lang="en-US" b="1" dirty="0" err="1"/>
              <a:t>promedio</a:t>
            </a:r>
            <a:r>
              <a:rPr lang="en-US" b="1" dirty="0"/>
              <a:t> de las </a:t>
            </a:r>
            <a:r>
              <a:rPr lang="en-US" b="1" dirty="0" err="1"/>
              <a:t>arquitecturas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182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97C20DB8-F250-09CE-1853-7676F2DDB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18" y="122431"/>
            <a:ext cx="5169336" cy="3101602"/>
          </a:xfrm>
          <a:prstGeom prst="rect">
            <a:avLst/>
          </a:prstGeom>
        </p:spPr>
      </p:pic>
      <p:pic>
        <p:nvPicPr>
          <p:cNvPr id="11" name="Picture 10" descr="A graph of letters and numbers&#10;&#10;AI-generated content may be incorrect.">
            <a:extLst>
              <a:ext uri="{FF2B5EF4-FFF2-40B4-BE49-F238E27FC236}">
                <a16:creationId xmlns:a16="http://schemas.microsoft.com/office/drawing/2014/main" id="{C97F7387-1556-7A06-DA5B-639792072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90" y="122432"/>
            <a:ext cx="5169335" cy="3101601"/>
          </a:xfrm>
          <a:prstGeom prst="rect">
            <a:avLst/>
          </a:prstGeom>
        </p:spPr>
      </p:pic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A62C6CFB-D1E5-754F-B210-146D12EC2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974" y="3269440"/>
            <a:ext cx="5513002" cy="33078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EC1C14-796E-B992-B063-B2333448930F}"/>
              </a:ext>
            </a:extLst>
          </p:cNvPr>
          <p:cNvSpPr txBox="1"/>
          <p:nvPr/>
        </p:nvSpPr>
        <p:spPr>
          <a:xfrm>
            <a:off x="8012937" y="3694421"/>
            <a:ext cx="39861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Obtener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rango</a:t>
            </a:r>
            <a:r>
              <a:rPr lang="en-US" dirty="0"/>
              <a:t> </a:t>
            </a:r>
          </a:p>
          <a:p>
            <a:r>
              <a:rPr lang="en-US" dirty="0" err="1"/>
              <a:t>Intercuantil</a:t>
            </a:r>
            <a:r>
              <a:rPr lang="en-US" dirty="0"/>
              <a:t> para </a:t>
            </a:r>
            <a:r>
              <a:rPr lang="en-US" dirty="0" err="1"/>
              <a:t>realizar</a:t>
            </a:r>
            <a:endParaRPr lang="en-US" dirty="0"/>
          </a:p>
          <a:p>
            <a:r>
              <a:rPr lang="en-US" dirty="0"/>
              <a:t>Una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comparación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observa</a:t>
            </a:r>
            <a:r>
              <a:rPr lang="en-US" dirty="0"/>
              <a:t> que hay </a:t>
            </a:r>
            <a:r>
              <a:rPr lang="en-US" b="1" dirty="0" err="1"/>
              <a:t>sobreexploración</a:t>
            </a:r>
            <a:endParaRPr lang="en-US" b="1" dirty="0"/>
          </a:p>
          <a:p>
            <a:r>
              <a:rPr lang="en-US" b="1" dirty="0"/>
              <a:t>(</a:t>
            </a:r>
            <a:r>
              <a:rPr lang="en-US" b="1" dirty="0" err="1"/>
              <a:t>Analizar</a:t>
            </a:r>
            <a:r>
              <a:rPr lang="en-US" b="1" dirty="0"/>
              <a:t>)</a:t>
            </a:r>
          </a:p>
          <a:p>
            <a:r>
              <a:rPr lang="en-US" dirty="0"/>
              <a:t>En NONE_MPAR y UC_NONE</a:t>
            </a:r>
          </a:p>
        </p:txBody>
      </p:sp>
    </p:spTree>
    <p:extLst>
      <p:ext uri="{BB962C8B-B14F-4D97-AF65-F5344CB8AC3E}">
        <p14:creationId xmlns:p14="http://schemas.microsoft.com/office/powerpoint/2010/main" val="4011462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43E35D-EEBC-A755-F7B5-6345B3D1E5BC}"/>
              </a:ext>
            </a:extLst>
          </p:cNvPr>
          <p:cNvSpPr txBox="1"/>
          <p:nvPr/>
        </p:nvSpPr>
        <p:spPr>
          <a:xfrm>
            <a:off x="706582" y="318655"/>
            <a:ext cx="82056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COMBINACION QUE CONVERGE MAS RÁPIDO (TPC-NONE)</a:t>
            </a:r>
          </a:p>
          <a:p>
            <a:r>
              <a:rPr lang="en-US" dirty="0"/>
              <a:t>MEJOR ACCURACY (SPC-MPAR)</a:t>
            </a:r>
          </a:p>
          <a:p>
            <a:r>
              <a:rPr lang="en-US" dirty="0"/>
              <a:t>MEJOR DESEMPEÑO GOs (TPC-MPAR)</a:t>
            </a:r>
          </a:p>
          <a:p>
            <a:r>
              <a:rPr lang="en-US" dirty="0"/>
              <a:t>PEOR DESEMPEÑO GOs (NONE-MTYP O UC-NONE, </a:t>
            </a:r>
            <a:r>
              <a:rPr lang="en-US" dirty="0" err="1"/>
              <a:t>checar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tablas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8429C43-0523-E097-605A-518D773F5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65" y="1730482"/>
            <a:ext cx="10713742" cy="499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6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&#10;&#10;AI-generated content may be incorrect.">
            <a:extLst>
              <a:ext uri="{FF2B5EF4-FFF2-40B4-BE49-F238E27FC236}">
                <a16:creationId xmlns:a16="http://schemas.microsoft.com/office/drawing/2014/main" id="{ACCBB04A-61DF-5C6B-A946-C5CC49F5F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76" y="1002257"/>
            <a:ext cx="4843065" cy="29058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565820-108E-281A-37D8-AC647F1BCAFB}"/>
              </a:ext>
            </a:extLst>
          </p:cNvPr>
          <p:cNvSpPr txBox="1"/>
          <p:nvPr/>
        </p:nvSpPr>
        <p:spPr>
          <a:xfrm>
            <a:off x="994180" y="343667"/>
            <a:ext cx="416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SPC-MTYP: Peor </a:t>
            </a:r>
            <a:r>
              <a:rPr lang="en-US" dirty="0" err="1"/>
              <a:t>desempeño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GOs</a:t>
            </a: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E0F0ADF-C93A-FAB8-BD39-0ABC968FD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725" y="360349"/>
            <a:ext cx="4096883" cy="2632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DD6AD8-2F96-B229-E092-807F8E967834}"/>
              </a:ext>
            </a:extLst>
          </p:cNvPr>
          <p:cNvSpPr txBox="1"/>
          <p:nvPr/>
        </p:nvSpPr>
        <p:spPr>
          <a:xfrm>
            <a:off x="135295" y="4607799"/>
            <a:ext cx="3114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UC_MPAR y SPC_MPAR</a:t>
            </a:r>
          </a:p>
          <a:p>
            <a:r>
              <a:rPr lang="en-US" dirty="0"/>
              <a:t>Mejor </a:t>
            </a:r>
            <a:r>
              <a:rPr lang="en-US" dirty="0" err="1"/>
              <a:t>desempeño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GOs</a:t>
            </a: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F847C4E-4C1B-33F1-4C87-366EA1557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83" y="4037601"/>
            <a:ext cx="4096883" cy="2632513"/>
          </a:xfrm>
          <a:prstGeom prst="rect">
            <a:avLst/>
          </a:prstGeom>
        </p:spPr>
      </p:pic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AA18AB4-5891-725C-2273-BF8ED10022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491" y="4059573"/>
            <a:ext cx="4264233" cy="274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8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rectangular objects&#10;&#10;AI-generated content may be incorrect.">
            <a:extLst>
              <a:ext uri="{FF2B5EF4-FFF2-40B4-BE49-F238E27FC236}">
                <a16:creationId xmlns:a16="http://schemas.microsoft.com/office/drawing/2014/main" id="{BF687162-D1C9-C5CA-1A0A-5725613AE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33" y="4050059"/>
            <a:ext cx="4379720" cy="2627832"/>
          </a:xfrm>
          <a:prstGeom prst="rect">
            <a:avLst/>
          </a:prstGeom>
        </p:spPr>
      </p:pic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id="{338BD5FB-738F-86E7-CDE7-2D7D8CC97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96" y="683984"/>
            <a:ext cx="4379720" cy="2627832"/>
          </a:xfrm>
          <a:prstGeom prst="rect">
            <a:avLst/>
          </a:prstGeom>
        </p:spPr>
      </p:pic>
      <p:pic>
        <p:nvPicPr>
          <p:cNvPr id="7" name="Picture 6" descr="A graph of blue bars&#10;&#10;AI-generated content may be incorrect.">
            <a:extLst>
              <a:ext uri="{FF2B5EF4-FFF2-40B4-BE49-F238E27FC236}">
                <a16:creationId xmlns:a16="http://schemas.microsoft.com/office/drawing/2014/main" id="{43419ECC-8F11-AC8B-A5B7-B2F5F01AB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487" y="683984"/>
            <a:ext cx="4575026" cy="2745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03F981-04EA-A1AC-C4BE-5CC0AE442AC6}"/>
              </a:ext>
            </a:extLst>
          </p:cNvPr>
          <p:cNvSpPr txBox="1"/>
          <p:nvPr/>
        </p:nvSpPr>
        <p:spPr>
          <a:xfrm>
            <a:off x="2646219" y="180109"/>
            <a:ext cx="7678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Distancias</a:t>
            </a:r>
            <a:r>
              <a:rPr lang="en-US" b="1" dirty="0"/>
              <a:t> de padres a </a:t>
            </a:r>
            <a:r>
              <a:rPr lang="en-US" b="1" dirty="0" err="1"/>
              <a:t>hijos</a:t>
            </a:r>
            <a:r>
              <a:rPr lang="en-US" b="1" dirty="0"/>
              <a:t>, y de </a:t>
            </a:r>
            <a:r>
              <a:rPr lang="en-US" b="1" dirty="0" err="1"/>
              <a:t>hijos</a:t>
            </a:r>
            <a:r>
              <a:rPr lang="en-US" b="1" dirty="0"/>
              <a:t> antes y </a:t>
            </a:r>
            <a:r>
              <a:rPr lang="en-US" b="1" dirty="0" err="1"/>
              <a:t>después</a:t>
            </a:r>
            <a:r>
              <a:rPr lang="en-US" b="1" dirty="0"/>
              <a:t> de ser </a:t>
            </a:r>
            <a:r>
              <a:rPr lang="en-US" b="1" dirty="0" err="1"/>
              <a:t>mutados</a:t>
            </a:r>
            <a:r>
              <a:rPr lang="en-US" b="1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96577-3881-6AE8-9026-1FCA3F22BCAC}"/>
              </a:ext>
            </a:extLst>
          </p:cNvPr>
          <p:cNvSpPr txBox="1"/>
          <p:nvPr/>
        </p:nvSpPr>
        <p:spPr>
          <a:xfrm>
            <a:off x="6274296" y="4050059"/>
            <a:ext cx="52140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 con crossover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agresivo</a:t>
            </a:r>
            <a:r>
              <a:rPr lang="en-US" dirty="0"/>
              <a:t>: UC_MTYP (ambos padres)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agresivo</a:t>
            </a:r>
            <a:r>
              <a:rPr lang="en-US" dirty="0"/>
              <a:t>: TPC_MPAR (P1)m SPC_MPAR (P2)</a:t>
            </a:r>
          </a:p>
          <a:p>
            <a:r>
              <a:rPr lang="en-US" dirty="0"/>
              <a:t>COMB con </a:t>
            </a:r>
            <a:r>
              <a:rPr lang="en-US" dirty="0" err="1"/>
              <a:t>mutación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Más </a:t>
            </a:r>
            <a:r>
              <a:rPr lang="en-US" dirty="0" err="1"/>
              <a:t>agresiva</a:t>
            </a:r>
            <a:r>
              <a:rPr lang="en-US" dirty="0"/>
              <a:t>: SPC_MPAR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Menos </a:t>
            </a:r>
            <a:r>
              <a:rPr lang="en-US" dirty="0" err="1"/>
              <a:t>agresiav</a:t>
            </a:r>
            <a:r>
              <a:rPr lang="en-US" dirty="0"/>
              <a:t>: UC_MTYP</a:t>
            </a:r>
          </a:p>
        </p:txBody>
      </p:sp>
    </p:spTree>
    <p:extLst>
      <p:ext uri="{BB962C8B-B14F-4D97-AF65-F5344CB8AC3E}">
        <p14:creationId xmlns:p14="http://schemas.microsoft.com/office/powerpoint/2010/main" val="977722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543762-7E06-5C31-4834-1450DAAFC3F1}"/>
              </a:ext>
            </a:extLst>
          </p:cNvPr>
          <p:cNvSpPr txBox="1"/>
          <p:nvPr/>
        </p:nvSpPr>
        <p:spPr>
          <a:xfrm>
            <a:off x="190244" y="282298"/>
            <a:ext cx="135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Correlación</a:t>
            </a:r>
            <a:endParaRPr lang="en-US" dirty="0"/>
          </a:p>
        </p:txBody>
      </p: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FDB99DD8-942B-E8D8-C665-67783B16E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8510"/>
            <a:ext cx="2854036" cy="2283229"/>
          </a:xfrm>
          <a:prstGeom prst="rect">
            <a:avLst/>
          </a:prstGeom>
        </p:spPr>
      </p:pic>
      <p:pic>
        <p:nvPicPr>
          <p:cNvPr id="6" name="Picture 5" descr="A graph with blue dots&#10;&#10;AI-generated content may be incorrect.">
            <a:extLst>
              <a:ext uri="{FF2B5EF4-FFF2-40B4-BE49-F238E27FC236}">
                <a16:creationId xmlns:a16="http://schemas.microsoft.com/office/drawing/2014/main" id="{60DE1F45-CE9E-5610-462E-E91ADAD0C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037" y="605011"/>
            <a:ext cx="2854036" cy="2283229"/>
          </a:xfrm>
          <a:prstGeom prst="rect">
            <a:avLst/>
          </a:prstGeom>
        </p:spPr>
      </p:pic>
      <p:pic>
        <p:nvPicPr>
          <p:cNvPr id="8" name="Picture 7" descr="A graph with blue dots&#10;&#10;AI-generated content may be incorrect.">
            <a:extLst>
              <a:ext uri="{FF2B5EF4-FFF2-40B4-BE49-F238E27FC236}">
                <a16:creationId xmlns:a16="http://schemas.microsoft.com/office/drawing/2014/main" id="{6D86B936-86D4-8CF5-9FC3-A1B51011B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076" y="605011"/>
            <a:ext cx="2943469" cy="2354775"/>
          </a:xfrm>
          <a:prstGeom prst="rect">
            <a:avLst/>
          </a:prstGeom>
        </p:spPr>
      </p:pic>
      <p:pic>
        <p:nvPicPr>
          <p:cNvPr id="10" name="Picture 9" descr="A graph with blue dots&#10;&#10;AI-generated content may be incorrect.">
            <a:extLst>
              <a:ext uri="{FF2B5EF4-FFF2-40B4-BE49-F238E27FC236}">
                <a16:creationId xmlns:a16="http://schemas.microsoft.com/office/drawing/2014/main" id="{55B398E1-399E-CF66-BD9C-C49BD42EE5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545" y="605011"/>
            <a:ext cx="3067438" cy="2453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0D3D8A-EC2C-913A-65A9-36C4CEA38FEF}"/>
              </a:ext>
            </a:extLst>
          </p:cNvPr>
          <p:cNvSpPr txBox="1"/>
          <p:nvPr/>
        </p:nvSpPr>
        <p:spPr>
          <a:xfrm>
            <a:off x="868506" y="3218688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TPC_NONE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90217-B0D2-AA77-0BD3-BEA41B6C04A8}"/>
              </a:ext>
            </a:extLst>
          </p:cNvPr>
          <p:cNvSpPr txBox="1"/>
          <p:nvPr/>
        </p:nvSpPr>
        <p:spPr>
          <a:xfrm>
            <a:off x="3715338" y="3244334"/>
            <a:ext cx="1293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SPC_MPAR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D216D-D6C2-1051-1058-7EE603C23F5A}"/>
              </a:ext>
            </a:extLst>
          </p:cNvPr>
          <p:cNvSpPr txBox="1"/>
          <p:nvPr/>
        </p:nvSpPr>
        <p:spPr>
          <a:xfrm>
            <a:off x="6848682" y="3244334"/>
            <a:ext cx="123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UC_NONE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488428-0EF5-6DF2-A13C-97452B5CAEC6}"/>
              </a:ext>
            </a:extLst>
          </p:cNvPr>
          <p:cNvSpPr txBox="1"/>
          <p:nvPr/>
        </p:nvSpPr>
        <p:spPr>
          <a:xfrm>
            <a:off x="9919766" y="3244334"/>
            <a:ext cx="1274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TPC_MPAR</a:t>
            </a:r>
          </a:p>
        </p:txBody>
      </p:sp>
    </p:spTree>
    <p:extLst>
      <p:ext uri="{BB962C8B-B14F-4D97-AF65-F5344CB8AC3E}">
        <p14:creationId xmlns:p14="http://schemas.microsoft.com/office/powerpoint/2010/main" val="2673636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48B7C381-D2BD-319B-E7B7-3181AF991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18" y="222501"/>
            <a:ext cx="3401655" cy="22677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21B6FE-4B92-551A-37C2-47DFA6BB1539}"/>
              </a:ext>
            </a:extLst>
          </p:cNvPr>
          <p:cNvSpPr txBox="1"/>
          <p:nvPr/>
        </p:nvSpPr>
        <p:spPr>
          <a:xfrm>
            <a:off x="1365504" y="2377441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TPC_NONE</a:t>
            </a:r>
          </a:p>
        </p:txBody>
      </p:sp>
      <p:pic>
        <p:nvPicPr>
          <p:cNvPr id="6" name="Picture 5" descr="A colorful squares with black text&#10;&#10;AI-generated content may be incorrect.">
            <a:extLst>
              <a:ext uri="{FF2B5EF4-FFF2-40B4-BE49-F238E27FC236}">
                <a16:creationId xmlns:a16="http://schemas.microsoft.com/office/drawing/2014/main" id="{887C0E54-25E3-A04C-C317-E885CDA62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751" y="61370"/>
            <a:ext cx="3936497" cy="2624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298B1C-C51B-4C25-3735-E02C31D3F006}"/>
              </a:ext>
            </a:extLst>
          </p:cNvPr>
          <p:cNvSpPr txBox="1"/>
          <p:nvPr/>
        </p:nvSpPr>
        <p:spPr>
          <a:xfrm>
            <a:off x="5400184" y="2484906"/>
            <a:ext cx="1293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SPC_MPAR</a:t>
            </a:r>
          </a:p>
        </p:txBody>
      </p:sp>
      <p:pic>
        <p:nvPicPr>
          <p:cNvPr id="11" name="Picture 10" descr="A colorful squares with black text&#10;&#10;AI-generated content may be incorrect.">
            <a:extLst>
              <a:ext uri="{FF2B5EF4-FFF2-40B4-BE49-F238E27FC236}">
                <a16:creationId xmlns:a16="http://schemas.microsoft.com/office/drawing/2014/main" id="{96190E1C-0DA0-9A24-AE05-A0BEE1CC7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4" y="3336039"/>
            <a:ext cx="3589025" cy="23926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2FAA33-DDC9-9F55-0EAC-26FA27F1B8D6}"/>
              </a:ext>
            </a:extLst>
          </p:cNvPr>
          <p:cNvSpPr txBox="1"/>
          <p:nvPr/>
        </p:nvSpPr>
        <p:spPr>
          <a:xfrm>
            <a:off x="1444853" y="581558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UC_MTYP</a:t>
            </a:r>
          </a:p>
        </p:txBody>
      </p:sp>
      <p:pic>
        <p:nvPicPr>
          <p:cNvPr id="14" name="Picture 13" descr="A colorful squares with black text&#10;&#10;AI-generated content may be incorrect.">
            <a:extLst>
              <a:ext uri="{FF2B5EF4-FFF2-40B4-BE49-F238E27FC236}">
                <a16:creationId xmlns:a16="http://schemas.microsoft.com/office/drawing/2014/main" id="{733819A6-AC26-C38A-AE9C-6CD1A6B9B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352" y="3299473"/>
            <a:ext cx="4328165" cy="28854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79B27E-F8E1-F4F8-CF70-B4115B70EC49}"/>
              </a:ext>
            </a:extLst>
          </p:cNvPr>
          <p:cNvSpPr txBox="1"/>
          <p:nvPr/>
        </p:nvSpPr>
        <p:spPr>
          <a:xfrm>
            <a:off x="5924788" y="6014228"/>
            <a:ext cx="1187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UC_MPAR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B279D4-FF14-F365-0E7C-221BF8B56539}"/>
              </a:ext>
            </a:extLst>
          </p:cNvPr>
          <p:cNvSpPr txBox="1"/>
          <p:nvPr/>
        </p:nvSpPr>
        <p:spPr>
          <a:xfrm>
            <a:off x="8794196" y="1497407"/>
            <a:ext cx="333341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Penalización</a:t>
            </a:r>
            <a:r>
              <a:rPr lang="en-US" dirty="0"/>
              <a:t> con</a:t>
            </a:r>
          </a:p>
          <a:p>
            <a:r>
              <a:rPr lang="en-US" dirty="0" err="1"/>
              <a:t>Distancias</a:t>
            </a:r>
            <a:r>
              <a:rPr lang="en-US" dirty="0"/>
              <a:t> de hamming</a:t>
            </a:r>
          </a:p>
          <a:p>
            <a:endParaRPr lang="en-US" dirty="0"/>
          </a:p>
          <a:p>
            <a:r>
              <a:rPr lang="en-US" dirty="0"/>
              <a:t>En general, entre </a:t>
            </a:r>
            <a:r>
              <a:rPr lang="en-US" dirty="0" err="1"/>
              <a:t>más</a:t>
            </a:r>
            <a:endParaRPr lang="en-US" dirty="0"/>
          </a:p>
          <a:p>
            <a:r>
              <a:rPr lang="en-US" dirty="0" err="1"/>
              <a:t>Semejantes</a:t>
            </a:r>
            <a:r>
              <a:rPr lang="en-US" dirty="0"/>
              <a:t> </a:t>
            </a:r>
            <a:r>
              <a:rPr lang="en-US" dirty="0" err="1"/>
              <a:t>sean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hijos</a:t>
            </a:r>
            <a:r>
              <a:rPr lang="en-US" dirty="0"/>
              <a:t> a sus</a:t>
            </a:r>
          </a:p>
          <a:p>
            <a:r>
              <a:rPr lang="en-US" dirty="0"/>
              <a:t>Padres y a sus </a:t>
            </a:r>
            <a:r>
              <a:rPr lang="en-US" dirty="0" err="1"/>
              <a:t>mutaciones</a:t>
            </a:r>
            <a:r>
              <a:rPr lang="en-US" dirty="0"/>
              <a:t> </a:t>
            </a:r>
          </a:p>
          <a:p>
            <a:r>
              <a:rPr lang="en-US" dirty="0"/>
              <a:t>(HD </a:t>
            </a:r>
            <a:r>
              <a:rPr lang="en-US" dirty="0" err="1"/>
              <a:t>pequeña</a:t>
            </a:r>
            <a:r>
              <a:rPr lang="en-US" dirty="0"/>
              <a:t>),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operadores</a:t>
            </a:r>
            <a:endParaRPr lang="en-US" dirty="0"/>
          </a:p>
          <a:p>
            <a:r>
              <a:rPr lang="en-US" dirty="0"/>
              <a:t>Son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efectivos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dirty="0" err="1"/>
              <a:t>penalización</a:t>
            </a:r>
            <a:r>
              <a:rPr lang="en-US" dirty="0"/>
              <a:t> </a:t>
            </a:r>
            <a:r>
              <a:rPr lang="en-US" dirty="0" err="1"/>
              <a:t>grandes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563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79F0939-0054-29CE-FE86-A47D50D6B3AC}"/>
              </a:ext>
            </a:extLst>
          </p:cNvPr>
          <p:cNvGrpSpPr/>
          <p:nvPr/>
        </p:nvGrpSpPr>
        <p:grpSpPr>
          <a:xfrm>
            <a:off x="9374859" y="1335897"/>
            <a:ext cx="2887200" cy="2166840"/>
            <a:chOff x="9374859" y="1335897"/>
            <a:chExt cx="2887200" cy="21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B6313A-E0FC-B58E-C940-809857C9FF69}"/>
                    </a:ext>
                  </a:extLst>
                </p14:cNvPr>
                <p14:cNvContentPartPr/>
                <p14:nvPr/>
              </p14:nvContentPartPr>
              <p14:xfrm>
                <a:off x="9911979" y="1335897"/>
                <a:ext cx="226800" cy="263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B6313A-E0FC-B58E-C940-809857C9FF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07659" y="1331577"/>
                  <a:ext cx="2354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D8FFF8-CFF4-D77A-644C-D5733932E3F7}"/>
                    </a:ext>
                  </a:extLst>
                </p14:cNvPr>
                <p14:cNvContentPartPr/>
                <p14:nvPr/>
              </p14:nvContentPartPr>
              <p14:xfrm>
                <a:off x="10147419" y="1489617"/>
                <a:ext cx="154800" cy="117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D8FFF8-CFF4-D77A-644C-D5733932E3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43099" y="1485297"/>
                  <a:ext cx="163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3E1A27-A20C-C269-7FB7-A88066F3C38A}"/>
                    </a:ext>
                  </a:extLst>
                </p14:cNvPr>
                <p14:cNvContentPartPr/>
                <p14:nvPr/>
              </p14:nvContentPartPr>
              <p14:xfrm>
                <a:off x="10345059" y="1477377"/>
                <a:ext cx="72000" cy="237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3E1A27-A20C-C269-7FB7-A88066F3C3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40739" y="1473057"/>
                  <a:ext cx="80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B48A65-5F07-A9B2-93AD-679997E28750}"/>
                    </a:ext>
                  </a:extLst>
                </p14:cNvPr>
                <p14:cNvContentPartPr/>
                <p14:nvPr/>
              </p14:nvContentPartPr>
              <p14:xfrm>
                <a:off x="10467099" y="1540377"/>
                <a:ext cx="146160" cy="113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B48A65-5F07-A9B2-93AD-679997E287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62779" y="1536057"/>
                  <a:ext cx="154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A71EF10-4E60-8B2C-E299-555B21602730}"/>
                    </a:ext>
                  </a:extLst>
                </p14:cNvPr>
                <p14:cNvContentPartPr/>
                <p14:nvPr/>
              </p14:nvContentPartPr>
              <p14:xfrm>
                <a:off x="10635579" y="1494297"/>
                <a:ext cx="166680" cy="120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71EF10-4E60-8B2C-E299-555B216027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31259" y="1489977"/>
                  <a:ext cx="175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2277F8-6DC7-6745-7614-CEFBC41E89B8}"/>
                    </a:ext>
                  </a:extLst>
                </p14:cNvPr>
                <p14:cNvContentPartPr/>
                <p14:nvPr/>
              </p14:nvContentPartPr>
              <p14:xfrm>
                <a:off x="11108979" y="1349937"/>
                <a:ext cx="351720" cy="370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2277F8-6DC7-6745-7614-CEFBC41E89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04659" y="1345617"/>
                  <a:ext cx="3603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B170D1-6B34-F040-BDF5-7A7655A35A3F}"/>
                    </a:ext>
                  </a:extLst>
                </p14:cNvPr>
                <p14:cNvContentPartPr/>
                <p14:nvPr/>
              </p14:nvContentPartPr>
              <p14:xfrm>
                <a:off x="11502099" y="1576017"/>
                <a:ext cx="65160" cy="126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B170D1-6B34-F040-BDF5-7A7655A35A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97779" y="1571697"/>
                  <a:ext cx="73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4DFD7A-CA33-EAFD-8DBD-4C5D8252FC7E}"/>
                    </a:ext>
                  </a:extLst>
                </p14:cNvPr>
                <p14:cNvContentPartPr/>
                <p14:nvPr/>
              </p14:nvContentPartPr>
              <p14:xfrm>
                <a:off x="11660499" y="1621737"/>
                <a:ext cx="37080" cy="71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4DFD7A-CA33-EAFD-8DBD-4C5D8252FC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56179" y="1617417"/>
                  <a:ext cx="45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F86E44-640C-A6FD-5F76-FD7F11E999C6}"/>
                    </a:ext>
                  </a:extLst>
                </p14:cNvPr>
                <p14:cNvContentPartPr/>
                <p14:nvPr/>
              </p14:nvContentPartPr>
              <p14:xfrm>
                <a:off x="11777859" y="1403937"/>
                <a:ext cx="79920" cy="327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F86E44-640C-A6FD-5F76-FD7F11E999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773539" y="1399617"/>
                  <a:ext cx="885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C56C45C-1246-1076-F6AE-ABA2149C570B}"/>
                    </a:ext>
                  </a:extLst>
                </p14:cNvPr>
                <p14:cNvContentPartPr/>
                <p14:nvPr/>
              </p14:nvContentPartPr>
              <p14:xfrm>
                <a:off x="11942019" y="1682937"/>
                <a:ext cx="6480" cy="13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C56C45C-1246-1076-F6AE-ABA2149C57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937699" y="1678617"/>
                  <a:ext cx="15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4B8FEEC-E166-4B77-6D1C-3A7FA85B8586}"/>
                    </a:ext>
                  </a:extLst>
                </p14:cNvPr>
                <p14:cNvContentPartPr/>
                <p14:nvPr/>
              </p14:nvContentPartPr>
              <p14:xfrm>
                <a:off x="9374859" y="2036457"/>
                <a:ext cx="547200" cy="640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4B8FEEC-E166-4B77-6D1C-3A7FA85B85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70539" y="2032137"/>
                  <a:ext cx="55584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E9A687-6C86-CD34-51A1-572DF6FDEA8A}"/>
                    </a:ext>
                  </a:extLst>
                </p14:cNvPr>
                <p14:cNvContentPartPr/>
                <p14:nvPr/>
              </p14:nvContentPartPr>
              <p14:xfrm>
                <a:off x="9556659" y="2283057"/>
                <a:ext cx="158400" cy="53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E9A687-6C86-CD34-51A1-572DF6FDEA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52339" y="2278737"/>
                  <a:ext cx="167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690F33-8954-998A-E192-A855ECF315B0}"/>
                    </a:ext>
                  </a:extLst>
                </p14:cNvPr>
                <p14:cNvContentPartPr/>
                <p14:nvPr/>
              </p14:nvContentPartPr>
              <p14:xfrm>
                <a:off x="9578259" y="2372337"/>
                <a:ext cx="133200" cy="21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690F33-8954-998A-E192-A855ECF315B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73939" y="2368017"/>
                  <a:ext cx="141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FB5E9FE-322A-00AB-B033-BA2EAA2B1B33}"/>
                    </a:ext>
                  </a:extLst>
                </p14:cNvPr>
                <p14:cNvContentPartPr/>
                <p14:nvPr/>
              </p14:nvContentPartPr>
              <p14:xfrm>
                <a:off x="9600219" y="2481057"/>
                <a:ext cx="146160" cy="11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FB5E9FE-322A-00AB-B033-BA2EAA2B1B3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95899" y="2476737"/>
                  <a:ext cx="154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6A428C7-2EBD-2FCE-C51B-52B3138BCDE9}"/>
                    </a:ext>
                  </a:extLst>
                </p14:cNvPr>
                <p14:cNvContentPartPr/>
                <p14:nvPr/>
              </p14:nvContentPartPr>
              <p14:xfrm>
                <a:off x="10382499" y="1906497"/>
                <a:ext cx="558360" cy="959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6A428C7-2EBD-2FCE-C51B-52B3138BCD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78179" y="1902177"/>
                  <a:ext cx="567000" cy="9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6DF310-3999-32A3-CF0F-A42B0BD68CAB}"/>
                    </a:ext>
                  </a:extLst>
                </p14:cNvPr>
                <p14:cNvContentPartPr/>
                <p14:nvPr/>
              </p14:nvContentPartPr>
              <p14:xfrm>
                <a:off x="9868779" y="2303577"/>
                <a:ext cx="430200" cy="19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6DF310-3999-32A3-CF0F-A42B0BD68CA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64459" y="2299257"/>
                  <a:ext cx="438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9ECF542-B173-D2FE-D59D-0C56AB833269}"/>
                    </a:ext>
                  </a:extLst>
                </p14:cNvPr>
                <p14:cNvContentPartPr/>
                <p14:nvPr/>
              </p14:nvContentPartPr>
              <p14:xfrm>
                <a:off x="9998019" y="2431737"/>
                <a:ext cx="330120" cy="26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9ECF542-B173-D2FE-D59D-0C56AB8332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3699" y="2427417"/>
                  <a:ext cx="338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CC7882C-56B6-BD28-A8D2-658A82E53B02}"/>
                    </a:ext>
                  </a:extLst>
                </p14:cNvPr>
                <p14:cNvContentPartPr/>
                <p14:nvPr/>
              </p14:nvContentPartPr>
              <p14:xfrm>
                <a:off x="10305099" y="2253897"/>
                <a:ext cx="54000" cy="193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CC7882C-56B6-BD28-A8D2-658A82E53B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00779" y="2249577"/>
                  <a:ext cx="62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2E0FB95-AD3F-8324-A5AD-8BE11B6C5CAD}"/>
                    </a:ext>
                  </a:extLst>
                </p14:cNvPr>
                <p14:cNvContentPartPr/>
                <p14:nvPr/>
              </p14:nvContentPartPr>
              <p14:xfrm>
                <a:off x="10283139" y="2305017"/>
                <a:ext cx="89280" cy="167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2E0FB95-AD3F-8324-A5AD-8BE11B6C5C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78819" y="2300697"/>
                  <a:ext cx="97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E8A73A-98B4-E0CC-7AFD-9602B893F5B5}"/>
                    </a:ext>
                  </a:extLst>
                </p14:cNvPr>
                <p14:cNvContentPartPr/>
                <p14:nvPr/>
              </p14:nvContentPartPr>
              <p14:xfrm>
                <a:off x="10889019" y="2344257"/>
                <a:ext cx="15948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E8A73A-98B4-E0CC-7AFD-9602B893F5B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84699" y="2339937"/>
                  <a:ext cx="168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631D562-3578-6105-9139-E830F647F323}"/>
                    </a:ext>
                  </a:extLst>
                </p14:cNvPr>
                <p14:cNvContentPartPr/>
                <p14:nvPr/>
              </p14:nvContentPartPr>
              <p14:xfrm>
                <a:off x="10927179" y="2431737"/>
                <a:ext cx="130680" cy="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631D562-3578-6105-9139-E830F647F3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22859" y="2427417"/>
                  <a:ext cx="1393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26B500-BB25-4AE4-2FB0-48783088BFF8}"/>
                    </a:ext>
                  </a:extLst>
                </p14:cNvPr>
                <p14:cNvContentPartPr/>
                <p14:nvPr/>
              </p14:nvContentPartPr>
              <p14:xfrm>
                <a:off x="11053179" y="2206737"/>
                <a:ext cx="37440" cy="173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26B500-BB25-4AE4-2FB0-48783088BFF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048859" y="2202417"/>
                  <a:ext cx="46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8E18A17-1689-86F1-34E2-89CEE4B11267}"/>
                    </a:ext>
                  </a:extLst>
                </p14:cNvPr>
                <p14:cNvContentPartPr/>
                <p14:nvPr/>
              </p14:nvContentPartPr>
              <p14:xfrm>
                <a:off x="11061459" y="2485737"/>
                <a:ext cx="4320" cy="87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8E18A17-1689-86F1-34E2-89CEE4B1126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57139" y="2481417"/>
                  <a:ext cx="12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7D0157-195B-7C19-4192-766D69AE1343}"/>
                    </a:ext>
                  </a:extLst>
                </p14:cNvPr>
                <p14:cNvContentPartPr/>
                <p14:nvPr/>
              </p14:nvContentPartPr>
              <p14:xfrm>
                <a:off x="11062539" y="2350737"/>
                <a:ext cx="89280" cy="126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7D0157-195B-7C19-4192-766D69AE13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58219" y="2346417"/>
                  <a:ext cx="97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D2F9953-5DD9-7537-755F-E0B35E6F42F8}"/>
                    </a:ext>
                  </a:extLst>
                </p14:cNvPr>
                <p14:cNvContentPartPr/>
                <p14:nvPr/>
              </p14:nvContentPartPr>
              <p14:xfrm>
                <a:off x="11327859" y="1813977"/>
                <a:ext cx="934200" cy="1688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D2F9953-5DD9-7537-755F-E0B35E6F42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323539" y="1809657"/>
                  <a:ext cx="942840" cy="16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B5EB5D-4582-25EE-67C0-745FA2FCC869}"/>
                    </a:ext>
                  </a:extLst>
                </p14:cNvPr>
                <p14:cNvContentPartPr/>
                <p14:nvPr/>
              </p14:nvContentPartPr>
              <p14:xfrm>
                <a:off x="11437659" y="1963737"/>
                <a:ext cx="330120" cy="312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B5EB5D-4582-25EE-67C0-745FA2FCC86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433339" y="1959417"/>
                  <a:ext cx="3387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B67C405-C455-B231-4822-FEB29E5E8AA1}"/>
                    </a:ext>
                  </a:extLst>
                </p14:cNvPr>
                <p14:cNvContentPartPr/>
                <p14:nvPr/>
              </p14:nvContentPartPr>
              <p14:xfrm>
                <a:off x="11491299" y="2073537"/>
                <a:ext cx="438480" cy="270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B67C405-C455-B231-4822-FEB29E5E8A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486979" y="2069217"/>
                  <a:ext cx="4471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D1E6A10-9461-A9B7-8666-2D2AB524D372}"/>
                    </a:ext>
                  </a:extLst>
                </p14:cNvPr>
                <p14:cNvContentPartPr/>
                <p14:nvPr/>
              </p14:nvContentPartPr>
              <p14:xfrm>
                <a:off x="11553579" y="2225097"/>
                <a:ext cx="453960" cy="28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D1E6A10-9461-A9B7-8666-2D2AB524D3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549259" y="2220777"/>
                  <a:ext cx="462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F144478-F76F-CB82-331E-1AD2D6184B80}"/>
                    </a:ext>
                  </a:extLst>
                </p14:cNvPr>
                <p14:cNvContentPartPr/>
                <p14:nvPr/>
              </p14:nvContentPartPr>
              <p14:xfrm>
                <a:off x="11602179" y="2482857"/>
                <a:ext cx="382680" cy="177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F144478-F76F-CB82-331E-1AD2D6184B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597859" y="2478537"/>
                  <a:ext cx="391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8FD811-2715-BA4F-162B-5178C7BC5234}"/>
                    </a:ext>
                  </a:extLst>
                </p14:cNvPr>
                <p14:cNvContentPartPr/>
                <p14:nvPr/>
              </p14:nvContentPartPr>
              <p14:xfrm>
                <a:off x="11629899" y="2706057"/>
                <a:ext cx="292680" cy="10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8FD811-2715-BA4F-162B-5178C7BC52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625579" y="2701737"/>
                  <a:ext cx="301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97BA2B-91C5-CA09-990A-145CBFA74DF7}"/>
                    </a:ext>
                  </a:extLst>
                </p14:cNvPr>
                <p14:cNvContentPartPr/>
                <p14:nvPr/>
              </p14:nvContentPartPr>
              <p14:xfrm>
                <a:off x="11637099" y="2868777"/>
                <a:ext cx="212400" cy="37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97BA2B-91C5-CA09-990A-145CBFA74D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32779" y="2864457"/>
                  <a:ext cx="22104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3F9DD70-C848-209F-3505-F84C6511FF06}"/>
                  </a:ext>
                </a:extLst>
              </p14:cNvPr>
              <p14:cNvContentPartPr/>
              <p14:nvPr/>
            </p14:nvContentPartPr>
            <p14:xfrm>
              <a:off x="5703579" y="483057"/>
              <a:ext cx="1360440" cy="507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3F9DD70-C848-209F-3505-F84C6511FF0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99259" y="478737"/>
                <a:ext cx="136908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5A8F0638-6824-F170-DDEB-1A40A08C3FC5}"/>
              </a:ext>
            </a:extLst>
          </p:cNvPr>
          <p:cNvGrpSpPr/>
          <p:nvPr/>
        </p:nvGrpSpPr>
        <p:grpSpPr>
          <a:xfrm>
            <a:off x="828099" y="143217"/>
            <a:ext cx="6988680" cy="1531440"/>
            <a:chOff x="828099" y="143217"/>
            <a:chExt cx="6988680" cy="153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A2F0A62-3E44-F033-2540-61EEF032A09F}"/>
                    </a:ext>
                  </a:extLst>
                </p14:cNvPr>
                <p14:cNvContentPartPr/>
                <p14:nvPr/>
              </p14:nvContentPartPr>
              <p14:xfrm>
                <a:off x="5572179" y="143217"/>
                <a:ext cx="187920" cy="217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A2F0A62-3E44-F033-2540-61EEF032A09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67859" y="138897"/>
                  <a:ext cx="196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260E8D1-7AEF-DFE5-1EF2-331536135895}"/>
                    </a:ext>
                  </a:extLst>
                </p14:cNvPr>
                <p14:cNvContentPartPr/>
                <p14:nvPr/>
              </p14:nvContentPartPr>
              <p14:xfrm>
                <a:off x="5812299" y="201177"/>
                <a:ext cx="40680" cy="165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260E8D1-7AEF-DFE5-1EF2-3315361358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07979" y="196857"/>
                  <a:ext cx="493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2A697B5-6A84-8D09-F877-77A93F4B8D8C}"/>
                    </a:ext>
                  </a:extLst>
                </p14:cNvPr>
                <p14:cNvContentPartPr/>
                <p14:nvPr/>
              </p14:nvContentPartPr>
              <p14:xfrm>
                <a:off x="5919579" y="165537"/>
                <a:ext cx="156960" cy="214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2A697B5-6A84-8D09-F877-77A93F4B8D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15259" y="161217"/>
                  <a:ext cx="165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8981C52-35C4-A710-E1F2-E2C4D301F72C}"/>
                    </a:ext>
                  </a:extLst>
                </p14:cNvPr>
                <p14:cNvContentPartPr/>
                <p14:nvPr/>
              </p14:nvContentPartPr>
              <p14:xfrm>
                <a:off x="5909499" y="268137"/>
                <a:ext cx="150120" cy="1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8981C52-35C4-A710-E1F2-E2C4D301F72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05179" y="263817"/>
                  <a:ext cx="15876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F4E8A19-79BF-7352-FEC5-47A8A653B9AA}"/>
                    </a:ext>
                  </a:extLst>
                </p14:cNvPr>
                <p14:cNvContentPartPr/>
                <p14:nvPr/>
              </p14:nvContentPartPr>
              <p14:xfrm>
                <a:off x="6150339" y="181017"/>
                <a:ext cx="147240" cy="193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F4E8A19-79BF-7352-FEC5-47A8A653B9A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46019" y="176697"/>
                  <a:ext cx="1558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729AB93-783F-3D7B-F4F7-D014E39A0A4E}"/>
                    </a:ext>
                  </a:extLst>
                </p14:cNvPr>
                <p14:cNvContentPartPr/>
                <p14:nvPr/>
              </p14:nvContentPartPr>
              <p14:xfrm>
                <a:off x="6150339" y="374337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729AB93-783F-3D7B-F4F7-D014E39A0A4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46019" y="37001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3D3716-238E-2787-5152-A7F7B1BFAD25}"/>
                    </a:ext>
                  </a:extLst>
                </p14:cNvPr>
                <p14:cNvContentPartPr/>
                <p14:nvPr/>
              </p14:nvContentPartPr>
              <p14:xfrm>
                <a:off x="6148179" y="239337"/>
                <a:ext cx="134640" cy="135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3D3716-238E-2787-5152-A7F7B1BFAD2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43859" y="235017"/>
                  <a:ext cx="143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982DCD-4621-F565-B6FF-4ECF26CECBE4}"/>
                    </a:ext>
                  </a:extLst>
                </p14:cNvPr>
                <p14:cNvContentPartPr/>
                <p14:nvPr/>
              </p14:nvContentPartPr>
              <p14:xfrm>
                <a:off x="6345459" y="174177"/>
                <a:ext cx="152280" cy="189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982DCD-4621-F565-B6FF-4ECF26CECB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41139" y="169857"/>
                  <a:ext cx="160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03A9F8-3E05-959B-F4DB-140EF04A509C}"/>
                    </a:ext>
                  </a:extLst>
                </p14:cNvPr>
                <p14:cNvContentPartPr/>
                <p14:nvPr/>
              </p14:nvContentPartPr>
              <p14:xfrm>
                <a:off x="6716619" y="216297"/>
                <a:ext cx="68400" cy="195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03A9F8-3E05-959B-F4DB-140EF04A509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12299" y="211977"/>
                  <a:ext cx="77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E15062-0BF4-9B97-B6FC-D3B82321D283}"/>
                    </a:ext>
                  </a:extLst>
                </p14:cNvPr>
                <p14:cNvContentPartPr/>
                <p14:nvPr/>
              </p14:nvContentPartPr>
              <p14:xfrm>
                <a:off x="6843699" y="240417"/>
                <a:ext cx="130680" cy="170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E15062-0BF4-9B97-B6FC-D3B82321D2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39379" y="236097"/>
                  <a:ext cx="139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0642F33-69FD-D4BF-5CB9-1343636065AE}"/>
                    </a:ext>
                  </a:extLst>
                </p14:cNvPr>
                <p14:cNvContentPartPr/>
                <p14:nvPr/>
              </p14:nvContentPartPr>
              <p14:xfrm>
                <a:off x="828099" y="467217"/>
                <a:ext cx="533160" cy="854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0642F33-69FD-D4BF-5CB9-1343636065A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3779" y="462897"/>
                  <a:ext cx="541800" cy="8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FDBFE3-D73B-2164-156E-CD753AA125B1}"/>
                    </a:ext>
                  </a:extLst>
                </p14:cNvPr>
                <p14:cNvContentPartPr/>
                <p14:nvPr/>
              </p14:nvContentPartPr>
              <p14:xfrm>
                <a:off x="962019" y="860697"/>
                <a:ext cx="15840" cy="159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FDBFE3-D73B-2164-156E-CD753AA125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7699" y="856377"/>
                  <a:ext cx="244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CD299C7-24D6-9A1F-830E-DED9523E3E34}"/>
                    </a:ext>
                  </a:extLst>
                </p14:cNvPr>
                <p14:cNvContentPartPr/>
                <p14:nvPr/>
              </p14:nvContentPartPr>
              <p14:xfrm>
                <a:off x="1041579" y="852417"/>
                <a:ext cx="131760" cy="186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CD299C7-24D6-9A1F-830E-DED9523E3E3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7259" y="848097"/>
                  <a:ext cx="140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83B5A7-2BCA-94C0-24B2-3DD9E22FEE91}"/>
                    </a:ext>
                  </a:extLst>
                </p14:cNvPr>
                <p14:cNvContentPartPr/>
                <p14:nvPr/>
              </p14:nvContentPartPr>
              <p14:xfrm>
                <a:off x="1193499" y="799857"/>
                <a:ext cx="116640" cy="234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83B5A7-2BCA-94C0-24B2-3DD9E22FEE9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89179" y="795537"/>
                  <a:ext cx="1252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3DB0849-7BD4-2CD3-BAAF-922E74951EE7}"/>
                    </a:ext>
                  </a:extLst>
                </p14:cNvPr>
                <p14:cNvContentPartPr/>
                <p14:nvPr/>
              </p14:nvContentPartPr>
              <p14:xfrm>
                <a:off x="1390779" y="828297"/>
                <a:ext cx="431280" cy="149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3DB0849-7BD4-2CD3-BAAF-922E74951E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86459" y="823977"/>
                  <a:ext cx="439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3F9DDD-4F26-4C5F-E4A1-411E8798420F}"/>
                    </a:ext>
                  </a:extLst>
                </p14:cNvPr>
                <p14:cNvContentPartPr/>
                <p14:nvPr/>
              </p14:nvContentPartPr>
              <p14:xfrm>
                <a:off x="1935819" y="650457"/>
                <a:ext cx="605520" cy="661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3F9DDD-4F26-4C5F-E4A1-411E879842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31499" y="646137"/>
                  <a:ext cx="61416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908C4C-1661-255E-E626-05F7C8D8B399}"/>
                    </a:ext>
                  </a:extLst>
                </p14:cNvPr>
                <p14:cNvContentPartPr/>
                <p14:nvPr/>
              </p14:nvContentPartPr>
              <p14:xfrm>
                <a:off x="2176299" y="836937"/>
                <a:ext cx="163800" cy="277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908C4C-1661-255E-E626-05F7C8D8B39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71979" y="832617"/>
                  <a:ext cx="1724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8CCBA7F-A487-7482-8214-0AD8EF58DFB3}"/>
                    </a:ext>
                  </a:extLst>
                </p14:cNvPr>
                <p14:cNvContentPartPr/>
                <p14:nvPr/>
              </p14:nvContentPartPr>
              <p14:xfrm>
                <a:off x="2503899" y="807777"/>
                <a:ext cx="457200" cy="195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8CCBA7F-A487-7482-8214-0AD8EF58DFB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99579" y="803457"/>
                  <a:ext cx="465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4210819-E8C9-458E-B289-6D033BF8F80B}"/>
                    </a:ext>
                  </a:extLst>
                </p14:cNvPr>
                <p14:cNvContentPartPr/>
                <p14:nvPr/>
              </p14:nvContentPartPr>
              <p14:xfrm>
                <a:off x="3076299" y="644337"/>
                <a:ext cx="637920" cy="690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4210819-E8C9-458E-B289-6D033BF8F80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71979" y="640017"/>
                  <a:ext cx="64656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4BA508D-96A5-D6B9-BEF5-3F0A2E7C19F3}"/>
                    </a:ext>
                  </a:extLst>
                </p14:cNvPr>
                <p14:cNvContentPartPr/>
                <p14:nvPr/>
              </p14:nvContentPartPr>
              <p14:xfrm>
                <a:off x="3355659" y="795537"/>
                <a:ext cx="186840" cy="391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4BA508D-96A5-D6B9-BEF5-3F0A2E7C19F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51339" y="791217"/>
                  <a:ext cx="1954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943150-C1F8-AAA2-747F-8D65927F3A3A}"/>
                    </a:ext>
                  </a:extLst>
                </p14:cNvPr>
                <p14:cNvContentPartPr/>
                <p14:nvPr/>
              </p14:nvContentPartPr>
              <p14:xfrm>
                <a:off x="3686139" y="814617"/>
                <a:ext cx="361800" cy="180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943150-C1F8-AAA2-747F-8D65927F3A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81819" y="810297"/>
                  <a:ext cx="370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137B0D6-C0CA-C921-10AC-A9C7182D28CC}"/>
                    </a:ext>
                  </a:extLst>
                </p14:cNvPr>
                <p14:cNvContentPartPr/>
                <p14:nvPr/>
              </p14:nvContentPartPr>
              <p14:xfrm>
                <a:off x="4074939" y="627417"/>
                <a:ext cx="627840" cy="751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137B0D6-C0CA-C921-10AC-A9C7182D28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70619" y="623097"/>
                  <a:ext cx="636480" cy="75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8171348-CC0E-C631-45C3-BBE08806CD2F}"/>
                    </a:ext>
                  </a:extLst>
                </p14:cNvPr>
                <p14:cNvContentPartPr/>
                <p14:nvPr/>
              </p14:nvContentPartPr>
              <p14:xfrm>
                <a:off x="4310739" y="902097"/>
                <a:ext cx="187200" cy="299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8171348-CC0E-C631-45C3-BBE08806CD2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06419" y="897777"/>
                  <a:ext cx="1958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4263C5B-707A-8CE2-E5B3-2B5C1AD33725}"/>
                    </a:ext>
                  </a:extLst>
                </p14:cNvPr>
                <p14:cNvContentPartPr/>
                <p14:nvPr/>
              </p14:nvContentPartPr>
              <p14:xfrm>
                <a:off x="4673259" y="966537"/>
                <a:ext cx="420840" cy="186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4263C5B-707A-8CE2-E5B3-2B5C1AD3372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68939" y="962217"/>
                  <a:ext cx="429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15FB368-59E1-4131-179B-7E16647440C6}"/>
                    </a:ext>
                  </a:extLst>
                </p14:cNvPr>
                <p14:cNvContentPartPr/>
                <p14:nvPr/>
              </p14:nvContentPartPr>
              <p14:xfrm>
                <a:off x="5173299" y="793377"/>
                <a:ext cx="226440" cy="522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15FB368-59E1-4131-179B-7E16647440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68979" y="789057"/>
                  <a:ext cx="23508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FCBB90-AE4C-9590-8934-A271662070A6}"/>
                    </a:ext>
                  </a:extLst>
                </p14:cNvPr>
                <p14:cNvContentPartPr/>
                <p14:nvPr/>
              </p14:nvContentPartPr>
              <p14:xfrm>
                <a:off x="5130099" y="670257"/>
                <a:ext cx="466920" cy="725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FCBB90-AE4C-9590-8934-A271662070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25779" y="665937"/>
                  <a:ext cx="47556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8C5AE37-F6E7-F7BF-35D6-0FFA6120FD77}"/>
                    </a:ext>
                  </a:extLst>
                </p14:cNvPr>
                <p14:cNvContentPartPr/>
                <p14:nvPr/>
              </p14:nvContentPartPr>
              <p14:xfrm>
                <a:off x="5611779" y="1086777"/>
                <a:ext cx="215280" cy="24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8C5AE37-F6E7-F7BF-35D6-0FFA6120FD7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07459" y="1082457"/>
                  <a:ext cx="223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EEDA588-5ADF-ECD9-2528-3B49218D4B5D}"/>
                    </a:ext>
                  </a:extLst>
                </p14:cNvPr>
                <p14:cNvContentPartPr/>
                <p14:nvPr/>
              </p14:nvContentPartPr>
              <p14:xfrm>
                <a:off x="5849379" y="721017"/>
                <a:ext cx="528480" cy="735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EEDA588-5ADF-ECD9-2528-3B49218D4B5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45059" y="716697"/>
                  <a:ext cx="53712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36784EA-A70D-11E5-9A89-F21519FF9DD9}"/>
                    </a:ext>
                  </a:extLst>
                </p14:cNvPr>
                <p14:cNvContentPartPr/>
                <p14:nvPr/>
              </p14:nvContentPartPr>
              <p14:xfrm>
                <a:off x="6161499" y="944577"/>
                <a:ext cx="116280" cy="219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36784EA-A70D-11E5-9A89-F21519FF9DD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57179" y="940257"/>
                  <a:ext cx="124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AD546FE-16AA-9A34-67A6-52A620318FA1}"/>
                    </a:ext>
                  </a:extLst>
                </p14:cNvPr>
                <p14:cNvContentPartPr/>
                <p14:nvPr/>
              </p14:nvContentPartPr>
              <p14:xfrm>
                <a:off x="6175899" y="1067337"/>
                <a:ext cx="215280" cy="30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AD546FE-16AA-9A34-67A6-52A620318FA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71579" y="1063017"/>
                  <a:ext cx="223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DAE78E4-BABF-ECB2-9B6C-4D869DE1970B}"/>
                    </a:ext>
                  </a:extLst>
                </p14:cNvPr>
                <p14:cNvContentPartPr/>
                <p14:nvPr/>
              </p14:nvContentPartPr>
              <p14:xfrm>
                <a:off x="6351579" y="966537"/>
                <a:ext cx="559800" cy="266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DAE78E4-BABF-ECB2-9B6C-4D869DE1970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47259" y="962217"/>
                  <a:ext cx="5684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19894EF-41E9-0092-4BC5-4E4A0381D14E}"/>
                    </a:ext>
                  </a:extLst>
                </p14:cNvPr>
                <p14:cNvContentPartPr/>
                <p14:nvPr/>
              </p14:nvContentPartPr>
              <p14:xfrm>
                <a:off x="7079139" y="643257"/>
                <a:ext cx="127080" cy="175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19894EF-41E9-0092-4BC5-4E4A0381D14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74819" y="638937"/>
                  <a:ext cx="135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5AFBDB-3713-9BA0-79B5-5BEA7788CAE2}"/>
                    </a:ext>
                  </a:extLst>
                </p14:cNvPr>
                <p14:cNvContentPartPr/>
                <p14:nvPr/>
              </p14:nvContentPartPr>
              <p14:xfrm>
                <a:off x="7004979" y="887337"/>
                <a:ext cx="233280" cy="210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5AFBDB-3713-9BA0-79B5-5BEA7788CA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00659" y="883017"/>
                  <a:ext cx="241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A525FD6-5136-20BC-0EA2-119644DD74C3}"/>
                    </a:ext>
                  </a:extLst>
                </p14:cNvPr>
                <p14:cNvContentPartPr/>
                <p14:nvPr/>
              </p14:nvContentPartPr>
              <p14:xfrm>
                <a:off x="7073019" y="1048977"/>
                <a:ext cx="166320" cy="184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A525FD6-5136-20BC-0EA2-119644DD74C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68699" y="1044657"/>
                  <a:ext cx="174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AA5959-D0C0-0898-E7DA-69E7FD4AF6B6}"/>
                    </a:ext>
                  </a:extLst>
                </p14:cNvPr>
                <p14:cNvContentPartPr/>
                <p14:nvPr/>
              </p14:nvContentPartPr>
              <p14:xfrm>
                <a:off x="7065099" y="1291257"/>
                <a:ext cx="155160" cy="165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AA5959-D0C0-0898-E7DA-69E7FD4AF6B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60779" y="1286937"/>
                  <a:ext cx="163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9BC9CC1-2900-B838-FBA4-56BB7223B31D}"/>
                    </a:ext>
                  </a:extLst>
                </p14:cNvPr>
                <p14:cNvContentPartPr/>
                <p14:nvPr/>
              </p14:nvContentPartPr>
              <p14:xfrm>
                <a:off x="7080939" y="1405737"/>
                <a:ext cx="133920" cy="268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9BC9CC1-2900-B838-FBA4-56BB7223B31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76619" y="1401417"/>
                  <a:ext cx="1425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0DD76FF-820E-A221-E339-7587AE1B8E18}"/>
                    </a:ext>
                  </a:extLst>
                </p14:cNvPr>
                <p14:cNvContentPartPr/>
                <p14:nvPr/>
              </p14:nvContentPartPr>
              <p14:xfrm>
                <a:off x="7314939" y="729657"/>
                <a:ext cx="344520" cy="150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0DD76FF-820E-A221-E339-7587AE1B8E1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10619" y="725337"/>
                  <a:ext cx="353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796F474-12A1-132D-9B8F-082208BAB9CD}"/>
                    </a:ext>
                  </a:extLst>
                </p14:cNvPr>
                <p14:cNvContentPartPr/>
                <p14:nvPr/>
              </p14:nvContentPartPr>
              <p14:xfrm>
                <a:off x="7377939" y="1002177"/>
                <a:ext cx="259920" cy="27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796F474-12A1-132D-9B8F-082208BAB9C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73619" y="997857"/>
                  <a:ext cx="268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962827A-2C90-1078-960B-453A5E635EF3}"/>
                    </a:ext>
                  </a:extLst>
                </p14:cNvPr>
                <p14:cNvContentPartPr/>
                <p14:nvPr/>
              </p14:nvContentPartPr>
              <p14:xfrm>
                <a:off x="7354179" y="1118457"/>
                <a:ext cx="258840" cy="108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962827A-2C90-1078-960B-453A5E635E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49859" y="1114137"/>
                  <a:ext cx="267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CCBEF2-A8ED-6DA9-7F44-5308EF78A147}"/>
                    </a:ext>
                  </a:extLst>
                </p14:cNvPr>
                <p14:cNvContentPartPr/>
                <p14:nvPr/>
              </p14:nvContentPartPr>
              <p14:xfrm>
                <a:off x="7304499" y="1292337"/>
                <a:ext cx="284400" cy="93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CCBEF2-A8ED-6DA9-7F44-5308EF78A14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00179" y="1288017"/>
                  <a:ext cx="293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81BE2B-35A2-C8B4-99A3-6004CD19C4F7}"/>
                    </a:ext>
                  </a:extLst>
                </p14:cNvPr>
                <p14:cNvContentPartPr/>
                <p14:nvPr/>
              </p14:nvContentPartPr>
              <p14:xfrm>
                <a:off x="7309899" y="1357497"/>
                <a:ext cx="235080" cy="115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81BE2B-35A2-C8B4-99A3-6004CD19C4F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05579" y="1353177"/>
                  <a:ext cx="243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3AD5907-C230-827A-F907-2DC33E29E678}"/>
                    </a:ext>
                  </a:extLst>
                </p14:cNvPr>
                <p14:cNvContentPartPr/>
                <p14:nvPr/>
              </p14:nvContentPartPr>
              <p14:xfrm>
                <a:off x="7717059" y="944577"/>
                <a:ext cx="99720" cy="48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3AD5907-C230-827A-F907-2DC33E29E67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12739" y="940257"/>
                  <a:ext cx="108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ED852F4-B3E9-860F-D2D8-40B555EE3329}"/>
                    </a:ext>
                  </a:extLst>
                </p14:cNvPr>
                <p14:cNvContentPartPr/>
                <p14:nvPr/>
              </p14:nvContentPartPr>
              <p14:xfrm>
                <a:off x="7670619" y="1127817"/>
                <a:ext cx="54000" cy="106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ED852F4-B3E9-860F-D2D8-40B555EE332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66299" y="1123497"/>
                  <a:ext cx="6264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1F51003-B654-1275-5147-F2EA8C84B5BF}"/>
              </a:ext>
            </a:extLst>
          </p:cNvPr>
          <p:cNvGrpSpPr/>
          <p:nvPr/>
        </p:nvGrpSpPr>
        <p:grpSpPr>
          <a:xfrm>
            <a:off x="907299" y="1652337"/>
            <a:ext cx="518040" cy="373320"/>
            <a:chOff x="907299" y="1652337"/>
            <a:chExt cx="51804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427E3C5-1B47-62BB-E6FE-AA86CECD5AF3}"/>
                    </a:ext>
                  </a:extLst>
                </p14:cNvPr>
                <p14:cNvContentPartPr/>
                <p14:nvPr/>
              </p14:nvContentPartPr>
              <p14:xfrm>
                <a:off x="907299" y="1711737"/>
                <a:ext cx="55080" cy="313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427E3C5-1B47-62BB-E6FE-AA86CECD5AF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2979" y="1707417"/>
                  <a:ext cx="637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99487D-53F2-E0E5-82C1-159A0E0AFE95}"/>
                    </a:ext>
                  </a:extLst>
                </p14:cNvPr>
                <p14:cNvContentPartPr/>
                <p14:nvPr/>
              </p14:nvContentPartPr>
              <p14:xfrm>
                <a:off x="1032219" y="1745217"/>
                <a:ext cx="174240" cy="279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99487D-53F2-E0E5-82C1-159A0E0AFE9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7899" y="1740897"/>
                  <a:ext cx="1828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87D0B27-E1A7-8B17-F98F-4438E833CFD9}"/>
                    </a:ext>
                  </a:extLst>
                </p14:cNvPr>
                <p14:cNvContentPartPr/>
                <p14:nvPr/>
              </p14:nvContentPartPr>
              <p14:xfrm>
                <a:off x="1262619" y="1652337"/>
                <a:ext cx="162720" cy="341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87D0B27-E1A7-8B17-F98F-4438E833CFD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58299" y="1648017"/>
                  <a:ext cx="171360" cy="34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7745AB3-2C7E-ED88-E931-78F7ACDDB445}"/>
                  </a:ext>
                </a:extLst>
              </p14:cNvPr>
              <p14:cNvContentPartPr/>
              <p14:nvPr/>
            </p14:nvContentPartPr>
            <p14:xfrm>
              <a:off x="2207259" y="1654497"/>
              <a:ext cx="173880" cy="3589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7745AB3-2C7E-ED88-E931-78F7ACDDB44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202939" y="1650177"/>
                <a:ext cx="1825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55B6CBC-EC8C-A04D-7F83-518E02323770}"/>
                  </a:ext>
                </a:extLst>
              </p14:cNvPr>
              <p14:cNvContentPartPr/>
              <p14:nvPr/>
            </p14:nvContentPartPr>
            <p14:xfrm>
              <a:off x="3320379" y="1650177"/>
              <a:ext cx="328320" cy="3445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55B6CBC-EC8C-A04D-7F83-518E0232377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316059" y="1645857"/>
                <a:ext cx="33696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E5687F5-6E7E-BC03-0C21-656A0BD4E378}"/>
                  </a:ext>
                </a:extLst>
              </p14:cNvPr>
              <p14:cNvContentPartPr/>
              <p14:nvPr/>
            </p14:nvContentPartPr>
            <p14:xfrm>
              <a:off x="4187619" y="1738737"/>
              <a:ext cx="225720" cy="2710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E5687F5-6E7E-BC03-0C21-656A0BD4E37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183299" y="1734417"/>
                <a:ext cx="2343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97A981A-413F-9074-6170-C69035F0F013}"/>
                  </a:ext>
                </a:extLst>
              </p14:cNvPr>
              <p14:cNvContentPartPr/>
              <p14:nvPr/>
            </p14:nvContentPartPr>
            <p14:xfrm>
              <a:off x="5190219" y="1738017"/>
              <a:ext cx="174960" cy="3621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97A981A-413F-9074-6170-C69035F0F01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185899" y="1733697"/>
                <a:ext cx="1836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A25CC71-34D2-2125-4147-58C16F4A61FE}"/>
                  </a:ext>
                </a:extLst>
              </p14:cNvPr>
              <p14:cNvContentPartPr/>
              <p14:nvPr/>
            </p14:nvContentPartPr>
            <p14:xfrm>
              <a:off x="5805459" y="1714617"/>
              <a:ext cx="238320" cy="3164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A25CC71-34D2-2125-4147-58C16F4A61F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801139" y="1710297"/>
                <a:ext cx="246960" cy="32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EDFEA5B9-1AE6-29FF-57FF-A3ECBE926DAD}"/>
              </a:ext>
            </a:extLst>
          </p:cNvPr>
          <p:cNvGrpSpPr/>
          <p:nvPr/>
        </p:nvGrpSpPr>
        <p:grpSpPr>
          <a:xfrm>
            <a:off x="7188939" y="1865457"/>
            <a:ext cx="195840" cy="307440"/>
            <a:chOff x="7188939" y="1865457"/>
            <a:chExt cx="19584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AFC7827-9A00-A75D-6989-9E447141B1C3}"/>
                    </a:ext>
                  </a:extLst>
                </p14:cNvPr>
                <p14:cNvContentPartPr/>
                <p14:nvPr/>
              </p14:nvContentPartPr>
              <p14:xfrm>
                <a:off x="7188939" y="1865457"/>
                <a:ext cx="173880" cy="248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AFC7827-9A00-A75D-6989-9E447141B1C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84619" y="1861137"/>
                  <a:ext cx="182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65779F0-81B8-91AD-738D-E69DF0CA452B}"/>
                    </a:ext>
                  </a:extLst>
                </p14:cNvPr>
                <p14:cNvContentPartPr/>
                <p14:nvPr/>
              </p14:nvContentPartPr>
              <p14:xfrm>
                <a:off x="7375059" y="2137977"/>
                <a:ext cx="9720" cy="34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65779F0-81B8-91AD-738D-E69DF0CA452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70739" y="2133657"/>
                  <a:ext cx="1836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B54CE9C-7F33-BA5A-69D4-7B39E75C0579}"/>
                  </a:ext>
                </a:extLst>
              </p14:cNvPr>
              <p14:cNvContentPartPr/>
              <p14:nvPr/>
            </p14:nvContentPartPr>
            <p14:xfrm>
              <a:off x="227259" y="2229057"/>
              <a:ext cx="2477880" cy="1026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B54CE9C-7F33-BA5A-69D4-7B39E75C057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22939" y="2224737"/>
                <a:ext cx="2486520" cy="10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DD045804-C501-62E3-C11E-8E1350CDFAA6}"/>
                  </a:ext>
                </a:extLst>
              </p14:cNvPr>
              <p14:cNvContentPartPr/>
              <p14:nvPr/>
            </p14:nvContentPartPr>
            <p14:xfrm>
              <a:off x="3928419" y="3074337"/>
              <a:ext cx="284760" cy="4240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DD045804-C501-62E3-C11E-8E1350CDFAA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924099" y="3070017"/>
                <a:ext cx="29340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CA93207-C4E0-226C-DC6A-F56D0A549227}"/>
                  </a:ext>
                </a:extLst>
              </p14:cNvPr>
              <p14:cNvContentPartPr/>
              <p14:nvPr/>
            </p14:nvContentPartPr>
            <p14:xfrm>
              <a:off x="6238179" y="2640897"/>
              <a:ext cx="2441520" cy="545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CA93207-C4E0-226C-DC6A-F56D0A54922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233859" y="2636577"/>
                <a:ext cx="2450160" cy="55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05FD5D8-0B4E-1329-214B-6D86333CA115}"/>
              </a:ext>
            </a:extLst>
          </p:cNvPr>
          <p:cNvGrpSpPr/>
          <p:nvPr/>
        </p:nvGrpSpPr>
        <p:grpSpPr>
          <a:xfrm>
            <a:off x="6511419" y="2617857"/>
            <a:ext cx="991080" cy="531360"/>
            <a:chOff x="6511419" y="2617857"/>
            <a:chExt cx="99108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EB980D4-34B0-DDF6-0AE4-F9F015B09843}"/>
                    </a:ext>
                  </a:extLst>
                </p14:cNvPr>
                <p14:cNvContentPartPr/>
                <p14:nvPr/>
              </p14:nvContentPartPr>
              <p14:xfrm>
                <a:off x="6511419" y="2812977"/>
                <a:ext cx="18360" cy="205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EB980D4-34B0-DDF6-0AE4-F9F015B0984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07099" y="2808657"/>
                  <a:ext cx="27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9224AFB-DC88-6794-06D5-76003879718C}"/>
                    </a:ext>
                  </a:extLst>
                </p14:cNvPr>
                <p14:cNvContentPartPr/>
                <p14:nvPr/>
              </p14:nvContentPartPr>
              <p14:xfrm>
                <a:off x="7301619" y="2821977"/>
                <a:ext cx="200880" cy="202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9224AFB-DC88-6794-06D5-76003879718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97299" y="2817657"/>
                  <a:ext cx="2095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FA13669-F6D8-CEBE-713C-A208D96010BE}"/>
                    </a:ext>
                  </a:extLst>
                </p14:cNvPr>
                <p14:cNvContentPartPr/>
                <p14:nvPr/>
              </p14:nvContentPartPr>
              <p14:xfrm>
                <a:off x="6763779" y="2800017"/>
                <a:ext cx="135720" cy="217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FA13669-F6D8-CEBE-713C-A208D96010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59459" y="2795697"/>
                  <a:ext cx="144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3A9B91F-51E4-B641-2622-974C953533C2}"/>
                    </a:ext>
                  </a:extLst>
                </p14:cNvPr>
                <p14:cNvContentPartPr/>
                <p14:nvPr/>
              </p14:nvContentPartPr>
              <p14:xfrm>
                <a:off x="6674139" y="2617857"/>
                <a:ext cx="30240" cy="531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3A9B91F-51E4-B641-2622-974C953533C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69819" y="2613537"/>
                  <a:ext cx="3888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2E1DD11-4A10-EF94-B399-3EE9C38E7DE8}"/>
                    </a:ext>
                  </a:extLst>
                </p14:cNvPr>
                <p14:cNvContentPartPr/>
                <p14:nvPr/>
              </p14:nvContentPartPr>
              <p14:xfrm>
                <a:off x="7047459" y="2635497"/>
                <a:ext cx="54000" cy="5065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2E1DD11-4A10-EF94-B399-3EE9C38E7DE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43139" y="2631177"/>
                  <a:ext cx="62640" cy="51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81E5C0C-E299-3D83-0B65-750FB23D8F59}"/>
              </a:ext>
            </a:extLst>
          </p:cNvPr>
          <p:cNvGrpSpPr/>
          <p:nvPr/>
        </p:nvGrpSpPr>
        <p:grpSpPr>
          <a:xfrm>
            <a:off x="7666299" y="2662137"/>
            <a:ext cx="238320" cy="483480"/>
            <a:chOff x="7666299" y="2662137"/>
            <a:chExt cx="23832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F55A126-A66F-2194-9B2A-BA6C0B99C91A}"/>
                    </a:ext>
                  </a:extLst>
                </p14:cNvPr>
                <p14:cNvContentPartPr/>
                <p14:nvPr/>
              </p14:nvContentPartPr>
              <p14:xfrm>
                <a:off x="7666299" y="2662137"/>
                <a:ext cx="95400" cy="483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F55A126-A66F-2194-9B2A-BA6C0B99C9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61979" y="2657817"/>
                  <a:ext cx="10404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BC11759-88F7-592F-FD5D-7A874AEA4DC2}"/>
                    </a:ext>
                  </a:extLst>
                </p14:cNvPr>
                <p14:cNvContentPartPr/>
                <p14:nvPr/>
              </p14:nvContentPartPr>
              <p14:xfrm>
                <a:off x="7892739" y="2841777"/>
                <a:ext cx="11880" cy="208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BC11759-88F7-592F-FD5D-7A874AEA4DC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88419" y="2837457"/>
                  <a:ext cx="20520" cy="21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97C400B1-6F4E-DDD5-DCE0-3F5C410DEF4C}"/>
                  </a:ext>
                </a:extLst>
              </p14:cNvPr>
              <p14:cNvContentPartPr/>
              <p14:nvPr/>
            </p14:nvContentPartPr>
            <p14:xfrm>
              <a:off x="6099579" y="6046137"/>
              <a:ext cx="136800" cy="1083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97C400B1-6F4E-DDD5-DCE0-3F5C410DEF4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095259" y="6041817"/>
                <a:ext cx="14544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C3A5BDD-A61A-6049-25BD-99BD976E196B}"/>
                  </a:ext>
                </a:extLst>
              </p14:cNvPr>
              <p14:cNvContentPartPr/>
              <p14:nvPr/>
            </p14:nvContentPartPr>
            <p14:xfrm>
              <a:off x="442179" y="2371257"/>
              <a:ext cx="169560" cy="2811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C3A5BDD-A61A-6049-25BD-99BD976E196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37859" y="2366937"/>
                <a:ext cx="1782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9782801-77D1-CE87-05A1-AB3118DBC22C}"/>
                  </a:ext>
                </a:extLst>
              </p14:cNvPr>
              <p14:cNvContentPartPr/>
              <p14:nvPr/>
            </p14:nvContentPartPr>
            <p14:xfrm>
              <a:off x="710739" y="2315457"/>
              <a:ext cx="123480" cy="4089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9782801-77D1-CE87-05A1-AB3118DBC22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06419" y="2311137"/>
                <a:ext cx="13212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04759B3-A3E4-89A0-1300-64EDBFED1D2B}"/>
                  </a:ext>
                </a:extLst>
              </p14:cNvPr>
              <p14:cNvContentPartPr/>
              <p14:nvPr/>
            </p14:nvContentPartPr>
            <p14:xfrm>
              <a:off x="897939" y="2607417"/>
              <a:ext cx="143280" cy="2091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04759B3-A3E4-89A0-1300-64EDBFED1D2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93619" y="2603097"/>
                <a:ext cx="1519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25A8FD0-5D61-E63E-1BCA-A811F5AB83C2}"/>
                  </a:ext>
                </a:extLst>
              </p14:cNvPr>
              <p14:cNvContentPartPr/>
              <p14:nvPr/>
            </p14:nvContentPartPr>
            <p14:xfrm>
              <a:off x="1008459" y="2423457"/>
              <a:ext cx="6480" cy="198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25A8FD0-5D61-E63E-1BCA-A811F5AB83C2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04139" y="2419137"/>
                <a:ext cx="1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1633D62-EF6D-B74A-03BF-2AC0F5430259}"/>
                  </a:ext>
                </a:extLst>
              </p14:cNvPr>
              <p14:cNvContentPartPr/>
              <p14:nvPr/>
            </p14:nvContentPartPr>
            <p14:xfrm>
              <a:off x="1172619" y="2515257"/>
              <a:ext cx="14760" cy="79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1633D62-EF6D-B74A-03BF-2AC0F543025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168299" y="2510937"/>
                <a:ext cx="2340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98D6997-3143-8DB6-6AE7-0CB76944B56E}"/>
                  </a:ext>
                </a:extLst>
              </p14:cNvPr>
              <p14:cNvContentPartPr/>
              <p14:nvPr/>
            </p14:nvContentPartPr>
            <p14:xfrm>
              <a:off x="1183059" y="2637297"/>
              <a:ext cx="23040" cy="234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98D6997-3143-8DB6-6AE7-0CB76944B56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178739" y="2632977"/>
                <a:ext cx="316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2032BB7E-8861-DD0A-F64A-1C443E549576}"/>
                  </a:ext>
                </a:extLst>
              </p14:cNvPr>
              <p14:cNvContentPartPr/>
              <p14:nvPr/>
            </p14:nvContentPartPr>
            <p14:xfrm>
              <a:off x="1428579" y="2350737"/>
              <a:ext cx="873360" cy="53424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2032BB7E-8861-DD0A-F64A-1C443E54957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424259" y="2346417"/>
                <a:ext cx="88200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5A1E3B22-3540-D1E1-B5EA-4185E604EDDE}"/>
                  </a:ext>
                </a:extLst>
              </p14:cNvPr>
              <p14:cNvContentPartPr/>
              <p14:nvPr/>
            </p14:nvContentPartPr>
            <p14:xfrm>
              <a:off x="719739" y="3873177"/>
              <a:ext cx="2151360" cy="154764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5A1E3B22-3540-D1E1-B5EA-4185E604EDD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15419" y="3868857"/>
                <a:ext cx="2160000" cy="15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9CA5F42-7744-DC16-7EFE-84204C0DD12C}"/>
                  </a:ext>
                </a:extLst>
              </p14:cNvPr>
              <p14:cNvContentPartPr/>
              <p14:nvPr/>
            </p14:nvContentPartPr>
            <p14:xfrm>
              <a:off x="8725419" y="4365657"/>
              <a:ext cx="1880640" cy="8514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9CA5F42-7744-DC16-7EFE-84204C0DD12C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721099" y="4361337"/>
                <a:ext cx="1889280" cy="86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7A2BE14-66E5-74AF-BD11-CDF47D79BAF9}"/>
              </a:ext>
            </a:extLst>
          </p:cNvPr>
          <p:cNvGrpSpPr/>
          <p:nvPr/>
        </p:nvGrpSpPr>
        <p:grpSpPr>
          <a:xfrm>
            <a:off x="1548459" y="2336337"/>
            <a:ext cx="728640" cy="698400"/>
            <a:chOff x="1548459" y="2336337"/>
            <a:chExt cx="728640" cy="69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8399A94-366F-AAF6-45CD-BDF871B015BE}"/>
                    </a:ext>
                  </a:extLst>
                </p14:cNvPr>
                <p14:cNvContentPartPr/>
                <p14:nvPr/>
              </p14:nvContentPartPr>
              <p14:xfrm>
                <a:off x="1548459" y="2336337"/>
                <a:ext cx="293400" cy="366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8399A94-366F-AAF6-45CD-BDF871B015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44139" y="2332017"/>
                  <a:ext cx="3020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D2E4FD8-214C-97A2-0FD1-636F511ED7E3}"/>
                    </a:ext>
                  </a:extLst>
                </p14:cNvPr>
                <p14:cNvContentPartPr/>
                <p14:nvPr/>
              </p14:nvContentPartPr>
              <p14:xfrm>
                <a:off x="1632699" y="2549817"/>
                <a:ext cx="188640" cy="32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D2E4FD8-214C-97A2-0FD1-636F511ED7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28379" y="2545497"/>
                  <a:ext cx="197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043387A-397A-273F-F70E-62ACCE452E65}"/>
                    </a:ext>
                  </a:extLst>
                </p14:cNvPr>
                <p14:cNvContentPartPr/>
                <p14:nvPr/>
              </p14:nvContentPartPr>
              <p14:xfrm>
                <a:off x="1906659" y="2546937"/>
                <a:ext cx="159480" cy="168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043387A-397A-273F-F70E-62ACCE452E6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02339" y="2542617"/>
                  <a:ext cx="168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30CC16-8196-54D5-EC55-8A0C635E6469}"/>
                    </a:ext>
                  </a:extLst>
                </p14:cNvPr>
                <p14:cNvContentPartPr/>
                <p14:nvPr/>
              </p14:nvContentPartPr>
              <p14:xfrm>
                <a:off x="2143899" y="2530737"/>
                <a:ext cx="110160" cy="189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30CC16-8196-54D5-EC55-8A0C635E646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39579" y="2526417"/>
                  <a:ext cx="118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8F3B8A2-C5F8-719B-B920-CC756DDD8636}"/>
                    </a:ext>
                  </a:extLst>
                </p14:cNvPr>
                <p14:cNvContentPartPr/>
                <p14:nvPr/>
              </p14:nvContentPartPr>
              <p14:xfrm>
                <a:off x="1571859" y="2823417"/>
                <a:ext cx="705240" cy="52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8F3B8A2-C5F8-719B-B920-CC756DDD863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67539" y="2819097"/>
                  <a:ext cx="713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5356AD5-A697-AFCD-747E-929B1D568A60}"/>
                    </a:ext>
                  </a:extLst>
                </p14:cNvPr>
                <p14:cNvContentPartPr/>
                <p14:nvPr/>
              </p14:nvContentPartPr>
              <p14:xfrm>
                <a:off x="1621179" y="2986137"/>
                <a:ext cx="585360" cy="35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5356AD5-A697-AFCD-747E-929B1D568A6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616859" y="2981817"/>
                  <a:ext cx="594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6C3A6C8-62B0-FA07-FF26-33A6920C7A05}"/>
                    </a:ext>
                  </a:extLst>
                </p14:cNvPr>
                <p14:cNvContentPartPr/>
                <p14:nvPr/>
              </p14:nvContentPartPr>
              <p14:xfrm>
                <a:off x="1556019" y="2815137"/>
                <a:ext cx="562680" cy="460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6C3A6C8-62B0-FA07-FF26-33A6920C7A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551699" y="2810817"/>
                  <a:ext cx="571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CF9EB29-E2B9-F73C-C562-B9A502F6B882}"/>
                    </a:ext>
                  </a:extLst>
                </p14:cNvPr>
                <p14:cNvContentPartPr/>
                <p14:nvPr/>
              </p14:nvContentPartPr>
              <p14:xfrm>
                <a:off x="1688499" y="3021417"/>
                <a:ext cx="406440" cy="133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CF9EB29-E2B9-F73C-C562-B9A502F6B88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684179" y="3017097"/>
                  <a:ext cx="41508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A8558BE-DCE2-F289-B610-8B49F8D50288}"/>
                  </a:ext>
                </a:extLst>
              </p14:cNvPr>
              <p14:cNvContentPartPr/>
              <p14:nvPr/>
            </p14:nvContentPartPr>
            <p14:xfrm>
              <a:off x="7251939" y="5172777"/>
              <a:ext cx="1538640" cy="81396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A8558BE-DCE2-F289-B610-8B49F8D50288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247619" y="5168457"/>
                <a:ext cx="1547280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43B7F98-4C8A-EB42-CF4A-9294F32B552D}"/>
                  </a:ext>
                </a:extLst>
              </p14:cNvPr>
              <p14:cNvContentPartPr/>
              <p14:nvPr/>
            </p14:nvContentPartPr>
            <p14:xfrm>
              <a:off x="422379" y="3851937"/>
              <a:ext cx="115200" cy="2322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43B7F98-4C8A-EB42-CF4A-9294F32B552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18059" y="3847617"/>
                <a:ext cx="1238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F92DA20-34EE-982C-4214-EA5AE9600802}"/>
                  </a:ext>
                </a:extLst>
              </p14:cNvPr>
              <p14:cNvContentPartPr/>
              <p14:nvPr/>
            </p14:nvContentPartPr>
            <p14:xfrm>
              <a:off x="603459" y="3784977"/>
              <a:ext cx="152640" cy="2271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F92DA20-34EE-982C-4214-EA5AE9600802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99139" y="3780657"/>
                <a:ext cx="1612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E39C71A-4E50-8977-4385-66DFF9172FEC}"/>
                  </a:ext>
                </a:extLst>
              </p14:cNvPr>
              <p14:cNvContentPartPr/>
              <p14:nvPr/>
            </p14:nvContentPartPr>
            <p14:xfrm>
              <a:off x="79659" y="3993777"/>
              <a:ext cx="154440" cy="2559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E39C71A-4E50-8977-4385-66DFF9172FE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5339" y="3989457"/>
                <a:ext cx="1630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B18EC41-B185-F055-42A8-2895E5B27D68}"/>
                  </a:ext>
                </a:extLst>
              </p14:cNvPr>
              <p14:cNvContentPartPr/>
              <p14:nvPr/>
            </p14:nvContentPartPr>
            <p14:xfrm>
              <a:off x="262179" y="4049217"/>
              <a:ext cx="71640" cy="302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B18EC41-B185-F055-42A8-2895E5B27D68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57859" y="4044897"/>
                <a:ext cx="802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F3D1AD9D-A75E-B3E9-EDAD-0D8C0A5A389E}"/>
                  </a:ext>
                </a:extLst>
              </p14:cNvPr>
              <p14:cNvContentPartPr/>
              <p14:nvPr/>
            </p14:nvContentPartPr>
            <p14:xfrm>
              <a:off x="296379" y="4077297"/>
              <a:ext cx="173880" cy="702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F3D1AD9D-A75E-B3E9-EDAD-0D8C0A5A389E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92059" y="4072977"/>
                <a:ext cx="1825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C23A00D-0DFD-28D5-92E6-0AB6F0DD001F}"/>
                  </a:ext>
                </a:extLst>
              </p14:cNvPr>
              <p14:cNvContentPartPr/>
              <p14:nvPr/>
            </p14:nvContentPartPr>
            <p14:xfrm>
              <a:off x="9010899" y="5351337"/>
              <a:ext cx="1370880" cy="131688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C23A00D-0DFD-28D5-92E6-0AB6F0DD001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006579" y="5347017"/>
                <a:ext cx="1379520" cy="13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E7868D7-CC9B-E5F3-9AC0-A9B33CCD79CE}"/>
                  </a:ext>
                </a:extLst>
              </p14:cNvPr>
              <p14:cNvContentPartPr/>
              <p14:nvPr/>
            </p14:nvContentPartPr>
            <p14:xfrm>
              <a:off x="9433539" y="5591097"/>
              <a:ext cx="279000" cy="5223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E7868D7-CC9B-E5F3-9AC0-A9B33CCD79C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429219" y="5586777"/>
                <a:ext cx="287640" cy="5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AD602A82-65E6-24A9-663E-5F733E3998E5}"/>
                  </a:ext>
                </a:extLst>
              </p14:cNvPr>
              <p14:cNvContentPartPr/>
              <p14:nvPr/>
            </p14:nvContentPartPr>
            <p14:xfrm>
              <a:off x="9488619" y="6241617"/>
              <a:ext cx="215280" cy="17388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AD602A82-65E6-24A9-663E-5F733E3998E5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9484299" y="6237297"/>
                <a:ext cx="2239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CF51E586-3321-A95D-1A20-8C8E866606F4}"/>
                  </a:ext>
                </a:extLst>
              </p14:cNvPr>
              <p14:cNvContentPartPr/>
              <p14:nvPr/>
            </p14:nvContentPartPr>
            <p14:xfrm>
              <a:off x="9734859" y="6265017"/>
              <a:ext cx="93240" cy="1494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CF51E586-3321-A95D-1A20-8C8E866606F4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730539" y="6260697"/>
                <a:ext cx="1018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868DAFA7-88C3-B8EE-7DC6-BAEC71B73699}"/>
                  </a:ext>
                </a:extLst>
              </p14:cNvPr>
              <p14:cNvContentPartPr/>
              <p14:nvPr/>
            </p14:nvContentPartPr>
            <p14:xfrm>
              <a:off x="9880299" y="6245217"/>
              <a:ext cx="90360" cy="24624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868DAFA7-88C3-B8EE-7DC6-BAEC71B7369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9875979" y="6240897"/>
                <a:ext cx="990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0912CCA3-6A1E-5036-6368-F56946265567}"/>
                  </a:ext>
                </a:extLst>
              </p14:cNvPr>
              <p14:cNvContentPartPr/>
              <p14:nvPr/>
            </p14:nvContentPartPr>
            <p14:xfrm>
              <a:off x="9980019" y="6260337"/>
              <a:ext cx="70200" cy="9684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0912CCA3-6A1E-5036-6368-F56946265567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975699" y="6256017"/>
                <a:ext cx="7884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D302553B-CDA7-3569-92F5-096FD5616E1E}"/>
                  </a:ext>
                </a:extLst>
              </p14:cNvPr>
              <p14:cNvContentPartPr/>
              <p14:nvPr/>
            </p14:nvContentPartPr>
            <p14:xfrm>
              <a:off x="10071459" y="6221097"/>
              <a:ext cx="104760" cy="10368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D302553B-CDA7-3569-92F5-096FD5616E1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067139" y="6216777"/>
                <a:ext cx="1134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15F849F2-479F-ADCA-5C30-F37B1367E17F}"/>
                  </a:ext>
                </a:extLst>
              </p14:cNvPr>
              <p14:cNvContentPartPr/>
              <p14:nvPr/>
            </p14:nvContentPartPr>
            <p14:xfrm>
              <a:off x="10165419" y="6191217"/>
              <a:ext cx="87120" cy="12888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15F849F2-479F-ADCA-5C30-F37B1367E17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161099" y="6186897"/>
                <a:ext cx="9576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F682406-35C1-E0AE-0FDE-EF1D769EEACB}"/>
                  </a:ext>
                </a:extLst>
              </p14:cNvPr>
              <p14:cNvContentPartPr/>
              <p14:nvPr/>
            </p14:nvContentPartPr>
            <p14:xfrm>
              <a:off x="9978219" y="6114897"/>
              <a:ext cx="360" cy="3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F682406-35C1-E0AE-0FDE-EF1D769EEAC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73899" y="6110577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3E018670-CDCA-2607-1B73-7432D48AC1EC}"/>
                  </a:ext>
                </a:extLst>
              </p14:cNvPr>
              <p14:cNvContentPartPr/>
              <p14:nvPr/>
            </p14:nvContentPartPr>
            <p14:xfrm>
              <a:off x="9022419" y="4454937"/>
              <a:ext cx="240120" cy="2790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3E018670-CDCA-2607-1B73-7432D48AC1EC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9018099" y="4450617"/>
                <a:ext cx="2487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951DD50C-01DF-7443-38A2-C7F3728144BC}"/>
                  </a:ext>
                </a:extLst>
              </p14:cNvPr>
              <p14:cNvContentPartPr/>
              <p14:nvPr/>
            </p14:nvContentPartPr>
            <p14:xfrm>
              <a:off x="9499779" y="4504617"/>
              <a:ext cx="159120" cy="2847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951DD50C-01DF-7443-38A2-C7F3728144BC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9495459" y="4500297"/>
                <a:ext cx="16776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37912F01-BB9C-76CF-16F3-4EE7A040368A}"/>
                  </a:ext>
                </a:extLst>
              </p14:cNvPr>
              <p14:cNvContentPartPr/>
              <p14:nvPr/>
            </p14:nvContentPartPr>
            <p14:xfrm>
              <a:off x="9719739" y="4584537"/>
              <a:ext cx="165960" cy="903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37912F01-BB9C-76CF-16F3-4EE7A040368A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9715419" y="4580217"/>
                <a:ext cx="1746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6A0819A-93F4-3E20-AE03-24C0A3EC7183}"/>
                  </a:ext>
                </a:extLst>
              </p14:cNvPr>
              <p14:cNvContentPartPr/>
              <p14:nvPr/>
            </p14:nvContentPartPr>
            <p14:xfrm>
              <a:off x="9875979" y="4409937"/>
              <a:ext cx="113040" cy="27612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6A0819A-93F4-3E20-AE03-24C0A3EC7183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9871659" y="4405617"/>
                <a:ext cx="1216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EA640D6-6963-58A2-558B-FD93317AA1DE}"/>
                  </a:ext>
                </a:extLst>
              </p14:cNvPr>
              <p14:cNvContentPartPr/>
              <p14:nvPr/>
            </p14:nvContentPartPr>
            <p14:xfrm>
              <a:off x="10035099" y="4516137"/>
              <a:ext cx="164520" cy="2001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EA640D6-6963-58A2-558B-FD93317AA1DE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0030779" y="4511817"/>
                <a:ext cx="173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0DFE723E-1AC5-3D4D-422C-E2A99B1DF0DC}"/>
                  </a:ext>
                </a:extLst>
              </p14:cNvPr>
              <p14:cNvContentPartPr/>
              <p14:nvPr/>
            </p14:nvContentPartPr>
            <p14:xfrm>
              <a:off x="10193499" y="4579497"/>
              <a:ext cx="89280" cy="17784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0DFE723E-1AC5-3D4D-422C-E2A99B1DF0DC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0189179" y="4575177"/>
                <a:ext cx="979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1287C99B-0387-A03F-C682-3E51A2F98194}"/>
                  </a:ext>
                </a:extLst>
              </p14:cNvPr>
              <p14:cNvContentPartPr/>
              <p14:nvPr/>
            </p14:nvContentPartPr>
            <p14:xfrm>
              <a:off x="9101979" y="4897377"/>
              <a:ext cx="309240" cy="22644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1287C99B-0387-A03F-C682-3E51A2F98194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9097659" y="4893057"/>
                <a:ext cx="3178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DDE93DA9-1AB6-BE0C-AB3B-1F2A95A9ED8B}"/>
                  </a:ext>
                </a:extLst>
              </p14:cNvPr>
              <p14:cNvContentPartPr/>
              <p14:nvPr/>
            </p14:nvContentPartPr>
            <p14:xfrm>
              <a:off x="9518499" y="4783257"/>
              <a:ext cx="225720" cy="26244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DDE93DA9-1AB6-BE0C-AB3B-1F2A95A9ED8B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9514179" y="4778937"/>
                <a:ext cx="2343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AA6565EC-5259-BBF8-8359-41C0BE975AA3}"/>
                  </a:ext>
                </a:extLst>
              </p14:cNvPr>
              <p14:cNvContentPartPr/>
              <p14:nvPr/>
            </p14:nvContentPartPr>
            <p14:xfrm>
              <a:off x="9801459" y="4965417"/>
              <a:ext cx="48960" cy="802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AA6565EC-5259-BBF8-8359-41C0BE975AA3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9797139" y="4961097"/>
                <a:ext cx="576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ED4E9CCD-C8CE-F5D0-A104-79F85FA1D77D}"/>
                  </a:ext>
                </a:extLst>
              </p14:cNvPr>
              <p14:cNvContentPartPr/>
              <p14:nvPr/>
            </p14:nvContentPartPr>
            <p14:xfrm>
              <a:off x="9897579" y="4933737"/>
              <a:ext cx="123840" cy="2073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ED4E9CCD-C8CE-F5D0-A104-79F85FA1D77D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9893259" y="4929417"/>
                <a:ext cx="132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3A0BE12-DBEC-8736-4DB7-01CDB5D0AFB1}"/>
                  </a:ext>
                </a:extLst>
              </p14:cNvPr>
              <p14:cNvContentPartPr/>
              <p14:nvPr/>
            </p14:nvContentPartPr>
            <p14:xfrm>
              <a:off x="10046979" y="4915377"/>
              <a:ext cx="82800" cy="13572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3A0BE12-DBEC-8736-4DB7-01CDB5D0AFB1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0042659" y="4911057"/>
                <a:ext cx="914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3F221787-2CBB-A18C-42F9-A5EE0DC3376D}"/>
                  </a:ext>
                </a:extLst>
              </p14:cNvPr>
              <p14:cNvContentPartPr/>
              <p14:nvPr/>
            </p14:nvContentPartPr>
            <p14:xfrm>
              <a:off x="10171539" y="4908177"/>
              <a:ext cx="104760" cy="17496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3F221787-2CBB-A18C-42F9-A5EE0DC3376D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10167219" y="4903857"/>
                <a:ext cx="1134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49886FC-A33F-3CE1-2611-3491717D957B}"/>
                  </a:ext>
                </a:extLst>
              </p14:cNvPr>
              <p14:cNvContentPartPr/>
              <p14:nvPr/>
            </p14:nvContentPartPr>
            <p14:xfrm>
              <a:off x="8626059" y="4330737"/>
              <a:ext cx="2004840" cy="88704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49886FC-A33F-3CE1-2611-3491717D957B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8621739" y="4326417"/>
                <a:ext cx="2013480" cy="89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112421AB-EF4F-5D76-C6FF-0909E22DD39D}"/>
                  </a:ext>
                </a:extLst>
              </p14:cNvPr>
              <p14:cNvContentPartPr/>
              <p14:nvPr/>
            </p14:nvContentPartPr>
            <p14:xfrm>
              <a:off x="9981819" y="5075937"/>
              <a:ext cx="196560" cy="49500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112421AB-EF4F-5D76-C6FF-0909E22DD39D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9977499" y="5071617"/>
                <a:ext cx="20520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03703E2-DBF5-3BCE-8B02-539B758E3384}"/>
                  </a:ext>
                </a:extLst>
              </p14:cNvPr>
              <p14:cNvContentPartPr/>
              <p14:nvPr/>
            </p14:nvContentPartPr>
            <p14:xfrm>
              <a:off x="1759779" y="3608217"/>
              <a:ext cx="149040" cy="25164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03703E2-DBF5-3BCE-8B02-539B758E3384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755459" y="3603897"/>
                <a:ext cx="1576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594E5174-880E-2EE5-B2DC-33EFB5248874}"/>
                  </a:ext>
                </a:extLst>
              </p14:cNvPr>
              <p14:cNvContentPartPr/>
              <p14:nvPr/>
            </p14:nvContentPartPr>
            <p14:xfrm>
              <a:off x="1752579" y="3680937"/>
              <a:ext cx="72720" cy="6084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594E5174-880E-2EE5-B2DC-33EFB5248874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748259" y="3676617"/>
                <a:ext cx="813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5F1E2B10-50D6-5D85-4F34-3994887ABF26}"/>
                  </a:ext>
                </a:extLst>
              </p14:cNvPr>
              <p14:cNvContentPartPr/>
              <p14:nvPr/>
            </p14:nvContentPartPr>
            <p14:xfrm>
              <a:off x="1757619" y="3545217"/>
              <a:ext cx="93240" cy="842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5F1E2B10-50D6-5D85-4F34-3994887ABF26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753299" y="3540897"/>
                <a:ext cx="1018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3562D63B-34F0-48B3-CDB0-5C16AF2D6BE3}"/>
                  </a:ext>
                </a:extLst>
              </p14:cNvPr>
              <p14:cNvContentPartPr/>
              <p14:nvPr/>
            </p14:nvContentPartPr>
            <p14:xfrm>
              <a:off x="1917099" y="3658617"/>
              <a:ext cx="221400" cy="15660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3562D63B-34F0-48B3-CDB0-5C16AF2D6BE3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912779" y="3654297"/>
                <a:ext cx="2300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2017F640-EF20-42C0-9A82-5BBE7D3FD3FD}"/>
                  </a:ext>
                </a:extLst>
              </p14:cNvPr>
              <p14:cNvContentPartPr/>
              <p14:nvPr/>
            </p14:nvContentPartPr>
            <p14:xfrm>
              <a:off x="2074059" y="3463137"/>
              <a:ext cx="92520" cy="3844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2017F640-EF20-42C0-9A82-5BBE7D3FD3FD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2069739" y="3458817"/>
                <a:ext cx="10116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23ABEF0C-BDF5-A18E-01B1-517DF17CC1F0}"/>
                  </a:ext>
                </a:extLst>
              </p14:cNvPr>
              <p14:cNvContentPartPr/>
              <p14:nvPr/>
            </p14:nvContentPartPr>
            <p14:xfrm>
              <a:off x="2083419" y="3747897"/>
              <a:ext cx="57240" cy="961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23ABEF0C-BDF5-A18E-01B1-517DF17CC1F0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079099" y="3743577"/>
                <a:ext cx="65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CD9E5D93-0B65-605A-680A-3A72B8436A2C}"/>
                  </a:ext>
                </a:extLst>
              </p14:cNvPr>
              <p14:cNvContentPartPr/>
              <p14:nvPr/>
            </p14:nvContentPartPr>
            <p14:xfrm>
              <a:off x="2191779" y="3700377"/>
              <a:ext cx="193680" cy="957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CD9E5D93-0B65-605A-680A-3A72B8436A2C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2187459" y="3696057"/>
                <a:ext cx="2023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36F5D096-7B66-9DE7-63FB-5EA5380EF619}"/>
                  </a:ext>
                </a:extLst>
              </p14:cNvPr>
              <p14:cNvContentPartPr/>
              <p14:nvPr/>
            </p14:nvContentPartPr>
            <p14:xfrm>
              <a:off x="789939" y="4815657"/>
              <a:ext cx="8227800" cy="175176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36F5D096-7B66-9DE7-63FB-5EA5380EF619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785619" y="4811337"/>
                <a:ext cx="8236440" cy="176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389D7E84-78B3-7477-B73D-59322B9DB6C3}"/>
                  </a:ext>
                </a:extLst>
              </p14:cNvPr>
              <p14:cNvContentPartPr/>
              <p14:nvPr/>
            </p14:nvContentPartPr>
            <p14:xfrm>
              <a:off x="1049859" y="4172697"/>
              <a:ext cx="235800" cy="31032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389D7E84-78B3-7477-B73D-59322B9DB6C3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045539" y="4168377"/>
                <a:ext cx="2444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840EE425-E1F1-4678-69B1-963D1C11F664}"/>
                  </a:ext>
                </a:extLst>
              </p14:cNvPr>
              <p14:cNvContentPartPr/>
              <p14:nvPr/>
            </p14:nvContentPartPr>
            <p14:xfrm>
              <a:off x="1048779" y="4179897"/>
              <a:ext cx="229320" cy="34704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840EE425-E1F1-4678-69B1-963D1C11F664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044459" y="4175577"/>
                <a:ext cx="23796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E967C35-5EC6-AF82-DB7B-8F220B2EA001}"/>
                  </a:ext>
                </a:extLst>
              </p14:cNvPr>
              <p14:cNvContentPartPr/>
              <p14:nvPr/>
            </p14:nvContentPartPr>
            <p14:xfrm>
              <a:off x="4104099" y="4196097"/>
              <a:ext cx="175680" cy="2714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E967C35-5EC6-AF82-DB7B-8F220B2EA001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099779" y="4191777"/>
                <a:ext cx="1843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5ADBA39-559C-D387-7515-D8D1397226EC}"/>
                  </a:ext>
                </a:extLst>
              </p14:cNvPr>
              <p14:cNvContentPartPr/>
              <p14:nvPr/>
            </p14:nvContentPartPr>
            <p14:xfrm>
              <a:off x="4295979" y="4367457"/>
              <a:ext cx="203040" cy="1130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5ADBA39-559C-D387-7515-D8D1397226EC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291659" y="4363137"/>
                <a:ext cx="21168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72FA549-5395-3546-6D72-8B8F3E7570C5}"/>
                  </a:ext>
                </a:extLst>
              </p14:cNvPr>
              <p14:cNvContentPartPr/>
              <p14:nvPr/>
            </p14:nvContentPartPr>
            <p14:xfrm>
              <a:off x="4516299" y="4332177"/>
              <a:ext cx="82800" cy="1519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72FA549-5395-3546-6D72-8B8F3E7570C5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511979" y="4327857"/>
                <a:ext cx="9144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BB43C4E-F854-9A71-CBD6-64ED7274993E}"/>
                  </a:ext>
                </a:extLst>
              </p14:cNvPr>
              <p14:cNvContentPartPr/>
              <p14:nvPr/>
            </p14:nvContentPartPr>
            <p14:xfrm>
              <a:off x="4627899" y="4318137"/>
              <a:ext cx="136440" cy="1983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BB43C4E-F854-9A71-CBD6-64ED7274993E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4623579" y="4313817"/>
                <a:ext cx="1450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7AE0EDF-5AD0-73EB-4315-995DD5DE5E1D}"/>
                  </a:ext>
                </a:extLst>
              </p14:cNvPr>
              <p14:cNvContentPartPr/>
              <p14:nvPr/>
            </p14:nvContentPartPr>
            <p14:xfrm>
              <a:off x="3880179" y="4764537"/>
              <a:ext cx="281880" cy="3560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7AE0EDF-5AD0-73EB-4315-995DD5DE5E1D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3875859" y="4760217"/>
                <a:ext cx="2905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DC0DA887-4768-90B4-0933-E18B49C86164}"/>
                  </a:ext>
                </a:extLst>
              </p14:cNvPr>
              <p14:cNvContentPartPr/>
              <p14:nvPr/>
            </p14:nvContentPartPr>
            <p14:xfrm>
              <a:off x="4189419" y="4841577"/>
              <a:ext cx="94680" cy="2034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DC0DA887-4768-90B4-0933-E18B49C86164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4185099" y="4837257"/>
                <a:ext cx="1033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9D2804B1-E471-4E38-24F1-3E3D02DCC1D0}"/>
                  </a:ext>
                </a:extLst>
              </p14:cNvPr>
              <p14:cNvContentPartPr/>
              <p14:nvPr/>
            </p14:nvContentPartPr>
            <p14:xfrm>
              <a:off x="4303179" y="4710537"/>
              <a:ext cx="302040" cy="3405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9D2804B1-E471-4E38-24F1-3E3D02DCC1D0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4298859" y="4706217"/>
                <a:ext cx="31068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254229F-B4DC-5CB7-80D7-BFD9F6E1EC19}"/>
                  </a:ext>
                </a:extLst>
              </p14:cNvPr>
              <p14:cNvContentPartPr/>
              <p14:nvPr/>
            </p14:nvContentPartPr>
            <p14:xfrm>
              <a:off x="4607019" y="4911417"/>
              <a:ext cx="73800" cy="1231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254229F-B4DC-5CB7-80D7-BFD9F6E1EC19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4602699" y="4907097"/>
                <a:ext cx="824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58218E5-9ED5-99F5-621C-F800B74BE518}"/>
                  </a:ext>
                </a:extLst>
              </p14:cNvPr>
              <p14:cNvContentPartPr/>
              <p14:nvPr/>
            </p14:nvContentPartPr>
            <p14:xfrm>
              <a:off x="4724019" y="4923657"/>
              <a:ext cx="86040" cy="1314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58218E5-9ED5-99F5-621C-F800B74BE518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4719699" y="4919337"/>
                <a:ext cx="946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C252F21-FDA4-9C2D-005A-7B7FE3DE088B}"/>
                  </a:ext>
                </a:extLst>
              </p14:cNvPr>
              <p14:cNvContentPartPr/>
              <p14:nvPr/>
            </p14:nvContentPartPr>
            <p14:xfrm>
              <a:off x="4834539" y="4960737"/>
              <a:ext cx="43200" cy="802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C252F21-FDA4-9C2D-005A-7B7FE3DE088B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4830219" y="4956417"/>
                <a:ext cx="518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51EE068-6037-C6BE-5BF1-C873B83AA4B1}"/>
                  </a:ext>
                </a:extLst>
              </p14:cNvPr>
              <p14:cNvContentPartPr/>
              <p14:nvPr/>
            </p14:nvContentPartPr>
            <p14:xfrm>
              <a:off x="4765419" y="4804497"/>
              <a:ext cx="48960" cy="525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51EE068-6037-C6BE-5BF1-C873B83AA4B1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4761099" y="4800177"/>
                <a:ext cx="576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28E62EE-DCDD-2EEE-2A8E-974A3F89FBF6}"/>
                  </a:ext>
                </a:extLst>
              </p14:cNvPr>
              <p14:cNvContentPartPr/>
              <p14:nvPr/>
            </p14:nvContentPartPr>
            <p14:xfrm>
              <a:off x="4907979" y="4972977"/>
              <a:ext cx="109800" cy="691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28E62EE-DCDD-2EEE-2A8E-974A3F89FBF6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4903659" y="4968657"/>
                <a:ext cx="1184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59D13708-8CBB-DA65-A373-1E4861C3D03C}"/>
                  </a:ext>
                </a:extLst>
              </p14:cNvPr>
              <p14:cNvContentPartPr/>
              <p14:nvPr/>
            </p14:nvContentPartPr>
            <p14:xfrm>
              <a:off x="1037619" y="4179537"/>
              <a:ext cx="216360" cy="2980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59D13708-8CBB-DA65-A373-1E4861C3D03C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033299" y="4175217"/>
                <a:ext cx="2250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3AA53D0-1F2B-457C-E8D3-FE1348BFC9E8}"/>
                  </a:ext>
                </a:extLst>
              </p14:cNvPr>
              <p14:cNvContentPartPr/>
              <p14:nvPr/>
            </p14:nvContentPartPr>
            <p14:xfrm>
              <a:off x="1825659" y="4154337"/>
              <a:ext cx="195840" cy="3038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3AA53D0-1F2B-457C-E8D3-FE1348BFC9E8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821339" y="4150017"/>
                <a:ext cx="20448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5D02979-7688-3D1D-60CE-8380E771ABDF}"/>
                  </a:ext>
                </a:extLst>
              </p14:cNvPr>
              <p14:cNvContentPartPr/>
              <p14:nvPr/>
            </p14:nvContentPartPr>
            <p14:xfrm>
              <a:off x="2454939" y="4126617"/>
              <a:ext cx="183240" cy="2973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5D02979-7688-3D1D-60CE-8380E771ABDF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2450619" y="4122297"/>
                <a:ext cx="1918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80CA9C9-01B4-FE2A-3A6C-53392F69AE9F}"/>
                  </a:ext>
                </a:extLst>
              </p14:cNvPr>
              <p14:cNvContentPartPr/>
              <p14:nvPr/>
            </p14:nvContentPartPr>
            <p14:xfrm>
              <a:off x="1374219" y="4671657"/>
              <a:ext cx="162360" cy="2890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80CA9C9-01B4-FE2A-3A6C-53392F69AE9F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369899" y="4667337"/>
                <a:ext cx="1710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153723F-BF5C-C314-50F7-09AB43CFB77B}"/>
                  </a:ext>
                </a:extLst>
              </p14:cNvPr>
              <p14:cNvContentPartPr/>
              <p14:nvPr/>
            </p14:nvContentPartPr>
            <p14:xfrm>
              <a:off x="1801179" y="4686417"/>
              <a:ext cx="186480" cy="2372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153723F-BF5C-C314-50F7-09AB43CFB77B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1796859" y="4682097"/>
                <a:ext cx="1951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701617F-535E-77D1-C832-0405DFBF6C7A}"/>
                  </a:ext>
                </a:extLst>
              </p14:cNvPr>
              <p14:cNvContentPartPr/>
              <p14:nvPr/>
            </p14:nvContentPartPr>
            <p14:xfrm>
              <a:off x="1357659" y="5122737"/>
              <a:ext cx="195480" cy="2145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701617F-535E-77D1-C832-0405DFBF6C7A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353339" y="5118417"/>
                <a:ext cx="2041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E8A9521-1A1B-FD8B-95AC-A84EC1952101}"/>
                  </a:ext>
                </a:extLst>
              </p14:cNvPr>
              <p14:cNvContentPartPr/>
              <p14:nvPr/>
            </p14:nvContentPartPr>
            <p14:xfrm>
              <a:off x="1745379" y="5120937"/>
              <a:ext cx="163800" cy="2383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E8A9521-1A1B-FD8B-95AC-A84EC1952101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741059" y="5116617"/>
                <a:ext cx="1724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9D4100D-0122-3555-AA41-362290C600DC}"/>
                  </a:ext>
                </a:extLst>
              </p14:cNvPr>
              <p14:cNvContentPartPr/>
              <p14:nvPr/>
            </p14:nvContentPartPr>
            <p14:xfrm>
              <a:off x="1025019" y="4756977"/>
              <a:ext cx="186840" cy="261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9D4100D-0122-3555-AA41-362290C600DC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020699" y="4752657"/>
                <a:ext cx="1954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E4742C1-3574-72F5-B71B-1D980912A1A1}"/>
                  </a:ext>
                </a:extLst>
              </p14:cNvPr>
              <p14:cNvContentPartPr/>
              <p14:nvPr/>
            </p14:nvContentPartPr>
            <p14:xfrm>
              <a:off x="2287899" y="4836897"/>
              <a:ext cx="95040" cy="1504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E4742C1-3574-72F5-B71B-1D980912A1A1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2283579" y="4832577"/>
                <a:ext cx="1036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67106B7-3FA2-49ED-4404-09C8C30F6B01}"/>
                  </a:ext>
                </a:extLst>
              </p14:cNvPr>
              <p14:cNvContentPartPr/>
              <p14:nvPr/>
            </p14:nvContentPartPr>
            <p14:xfrm>
              <a:off x="2625939" y="4414617"/>
              <a:ext cx="549720" cy="10400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67106B7-3FA2-49ED-4404-09C8C30F6B01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2621619" y="4410297"/>
                <a:ext cx="558360" cy="10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FEABF4BF-6039-0109-1BB9-52A77ECA2FAF}"/>
                  </a:ext>
                </a:extLst>
              </p14:cNvPr>
              <p14:cNvContentPartPr/>
              <p14:nvPr/>
            </p14:nvContentPartPr>
            <p14:xfrm>
              <a:off x="1967499" y="5464017"/>
              <a:ext cx="961920" cy="3380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FEABF4BF-6039-0109-1BB9-52A77ECA2FAF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1963179" y="5459697"/>
                <a:ext cx="97056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8F3F9AF1-9FE4-EAA8-EEAC-DAD7CC524D22}"/>
                  </a:ext>
                </a:extLst>
              </p14:cNvPr>
              <p14:cNvContentPartPr/>
              <p14:nvPr/>
            </p14:nvContentPartPr>
            <p14:xfrm>
              <a:off x="3010059" y="5441697"/>
              <a:ext cx="882000" cy="4143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8F3F9AF1-9FE4-EAA8-EEAC-DAD7CC524D22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3005739" y="5437377"/>
                <a:ext cx="89064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64550E9-5617-8366-4A4E-C562D395F259}"/>
                  </a:ext>
                </a:extLst>
              </p14:cNvPr>
              <p14:cNvContentPartPr/>
              <p14:nvPr/>
            </p14:nvContentPartPr>
            <p14:xfrm>
              <a:off x="3294459" y="5487057"/>
              <a:ext cx="64440" cy="38412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64550E9-5617-8366-4A4E-C562D395F259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3290139" y="5482737"/>
                <a:ext cx="7308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F683474-DCBE-20A3-3D81-EEDD6C43C27B}"/>
                  </a:ext>
                </a:extLst>
              </p14:cNvPr>
              <p14:cNvContentPartPr/>
              <p14:nvPr/>
            </p14:nvContentPartPr>
            <p14:xfrm>
              <a:off x="3524139" y="5499297"/>
              <a:ext cx="34560" cy="3222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F683474-DCBE-20A3-3D81-EEDD6C43C27B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3519819" y="5494977"/>
                <a:ext cx="432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8829519-2E9B-927E-A13D-AEEE33E96E03}"/>
                  </a:ext>
                </a:extLst>
              </p14:cNvPr>
              <p14:cNvContentPartPr/>
              <p14:nvPr/>
            </p14:nvContentPartPr>
            <p14:xfrm>
              <a:off x="3717459" y="5415777"/>
              <a:ext cx="31320" cy="3992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8829519-2E9B-927E-A13D-AEEE33E96E03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3713139" y="5411457"/>
                <a:ext cx="399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F1DDEF6-4E2A-3C6E-39B3-BC365D94D362}"/>
                  </a:ext>
                </a:extLst>
              </p14:cNvPr>
              <p14:cNvContentPartPr/>
              <p14:nvPr/>
            </p14:nvContentPartPr>
            <p14:xfrm>
              <a:off x="2886219" y="5868297"/>
              <a:ext cx="958320" cy="5270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F1DDEF6-4E2A-3C6E-39B3-BC365D94D362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2881899" y="5863977"/>
                <a:ext cx="96696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0FDBCFA-BE05-0A7B-1126-CB641E59F981}"/>
                  </a:ext>
                </a:extLst>
              </p14:cNvPr>
              <p14:cNvContentPartPr/>
              <p14:nvPr/>
            </p14:nvContentPartPr>
            <p14:xfrm>
              <a:off x="3219219" y="5949657"/>
              <a:ext cx="50040" cy="2793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0FDBCFA-BE05-0A7B-1126-CB641E59F981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3214899" y="5945337"/>
                <a:ext cx="586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856F61E9-8C8A-BC79-6316-55C52C73850C}"/>
                  </a:ext>
                </a:extLst>
              </p14:cNvPr>
              <p14:cNvContentPartPr/>
              <p14:nvPr/>
            </p14:nvContentPartPr>
            <p14:xfrm>
              <a:off x="3338019" y="5989617"/>
              <a:ext cx="35640" cy="2440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856F61E9-8C8A-BC79-6316-55C52C73850C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3333699" y="5985297"/>
                <a:ext cx="442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69721F5F-2129-171D-6D23-9D8B7BED2186}"/>
                  </a:ext>
                </a:extLst>
              </p14:cNvPr>
              <p14:cNvContentPartPr/>
              <p14:nvPr/>
            </p14:nvContentPartPr>
            <p14:xfrm>
              <a:off x="3516939" y="5986737"/>
              <a:ext cx="27360" cy="1976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69721F5F-2129-171D-6D23-9D8B7BED2186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3512619" y="5982417"/>
                <a:ext cx="360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A7E624C-E093-6223-D1DE-49A354DD2946}"/>
                  </a:ext>
                </a:extLst>
              </p14:cNvPr>
              <p14:cNvContentPartPr/>
              <p14:nvPr/>
            </p14:nvContentPartPr>
            <p14:xfrm>
              <a:off x="3631419" y="6069537"/>
              <a:ext cx="51120" cy="1846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A7E624C-E093-6223-D1DE-49A354DD2946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3627099" y="6065217"/>
                <a:ext cx="597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9CDF7A66-8894-B28B-A00E-FD364654AC97}"/>
                  </a:ext>
                </a:extLst>
              </p14:cNvPr>
              <p14:cNvContentPartPr/>
              <p14:nvPr/>
            </p14:nvContentPartPr>
            <p14:xfrm>
              <a:off x="4458339" y="5783697"/>
              <a:ext cx="1117440" cy="4888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9CDF7A66-8894-B28B-A00E-FD364654AC97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4454019" y="5779377"/>
                <a:ext cx="112608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9FBCBB2-BC2A-1794-240C-CAE499F3B399}"/>
                  </a:ext>
                </a:extLst>
              </p14:cNvPr>
              <p14:cNvContentPartPr/>
              <p14:nvPr/>
            </p14:nvContentPartPr>
            <p14:xfrm>
              <a:off x="2965779" y="5385177"/>
              <a:ext cx="618480" cy="4701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9FBCBB2-BC2A-1794-240C-CAE499F3B399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2961459" y="5380857"/>
                <a:ext cx="62712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2354683-53D2-68E2-E859-EBAF6084B05F}"/>
                  </a:ext>
                </a:extLst>
              </p14:cNvPr>
              <p14:cNvContentPartPr/>
              <p14:nvPr/>
            </p14:nvContentPartPr>
            <p14:xfrm>
              <a:off x="3508659" y="5931657"/>
              <a:ext cx="472680" cy="4100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2354683-53D2-68E2-E859-EBAF6084B05F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3504339" y="5927337"/>
                <a:ext cx="4813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D7DF08E-D60C-27A7-7420-9FBC09008AB4}"/>
                  </a:ext>
                </a:extLst>
              </p14:cNvPr>
              <p14:cNvContentPartPr/>
              <p14:nvPr/>
            </p14:nvContentPartPr>
            <p14:xfrm>
              <a:off x="4474899" y="5801697"/>
              <a:ext cx="621360" cy="4510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D7DF08E-D60C-27A7-7420-9FBC09008AB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4470579" y="5797377"/>
                <a:ext cx="63000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6BDE0D1-0E4C-455E-DF86-7383E7F5F3B1}"/>
                  </a:ext>
                </a:extLst>
              </p14:cNvPr>
              <p14:cNvContentPartPr/>
              <p14:nvPr/>
            </p14:nvContentPartPr>
            <p14:xfrm>
              <a:off x="5035059" y="5791617"/>
              <a:ext cx="639000" cy="5263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6BDE0D1-0E4C-455E-DF86-7383E7F5F3B1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5030739" y="5787297"/>
                <a:ext cx="64764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BE5B6739-8C5E-866B-AC8B-B7A53AC66565}"/>
                  </a:ext>
                </a:extLst>
              </p14:cNvPr>
              <p14:cNvContentPartPr/>
              <p14:nvPr/>
            </p14:nvContentPartPr>
            <p14:xfrm>
              <a:off x="4156659" y="5164137"/>
              <a:ext cx="758880" cy="234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BE5B6739-8C5E-866B-AC8B-B7A53AC66565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4152339" y="5159817"/>
                <a:ext cx="7675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B3C6E6E4-B72A-218E-FE9D-1291577A2E33}"/>
                  </a:ext>
                </a:extLst>
              </p14:cNvPr>
              <p14:cNvContentPartPr/>
              <p14:nvPr/>
            </p14:nvContentPartPr>
            <p14:xfrm>
              <a:off x="4438539" y="5236857"/>
              <a:ext cx="477720" cy="6624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B3C6E6E4-B72A-218E-FE9D-1291577A2E33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4434219" y="5232537"/>
                <a:ext cx="4863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A651C738-502F-7EB9-833D-22751CFF1F81}"/>
                  </a:ext>
                </a:extLst>
              </p14:cNvPr>
              <p14:cNvContentPartPr/>
              <p14:nvPr/>
            </p14:nvContentPartPr>
            <p14:xfrm>
              <a:off x="5552739" y="6026337"/>
              <a:ext cx="311760" cy="14112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A651C738-502F-7EB9-833D-22751CFF1F81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5548419" y="6022017"/>
                <a:ext cx="3204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CA457751-99F3-F049-E7D3-9913325353BB}"/>
                  </a:ext>
                </a:extLst>
              </p14:cNvPr>
              <p14:cNvContentPartPr/>
              <p14:nvPr/>
            </p14:nvContentPartPr>
            <p14:xfrm>
              <a:off x="6038739" y="5869737"/>
              <a:ext cx="898560" cy="4989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CA457751-99F3-F049-E7D3-9913325353BB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6034419" y="5865417"/>
                <a:ext cx="90720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3012F377-FE89-1308-D17C-70B8ADA92C7A}"/>
                  </a:ext>
                </a:extLst>
              </p14:cNvPr>
              <p14:cNvContentPartPr/>
              <p14:nvPr/>
            </p14:nvContentPartPr>
            <p14:xfrm>
              <a:off x="6438699" y="5942817"/>
              <a:ext cx="52200" cy="33984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3012F377-FE89-1308-D17C-70B8ADA92C7A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6434379" y="5938497"/>
                <a:ext cx="608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8687988-4455-3689-E422-1BEC67A7E441}"/>
                  </a:ext>
                </a:extLst>
              </p14:cNvPr>
              <p14:cNvContentPartPr/>
              <p14:nvPr/>
            </p14:nvContentPartPr>
            <p14:xfrm>
              <a:off x="6009579" y="5430897"/>
              <a:ext cx="108000" cy="2221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8687988-4455-3689-E422-1BEC67A7E441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6005259" y="5426577"/>
                <a:ext cx="1166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52B0633-C9E7-B7EB-C2AB-EC11AAC0F2EA}"/>
                  </a:ext>
                </a:extLst>
              </p14:cNvPr>
              <p14:cNvContentPartPr/>
              <p14:nvPr/>
            </p14:nvContentPartPr>
            <p14:xfrm>
              <a:off x="6181299" y="5420817"/>
              <a:ext cx="153360" cy="1407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52B0633-C9E7-B7EB-C2AB-EC11AAC0F2EA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6176979" y="5416497"/>
                <a:ext cx="1620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52E3DBA-3EB8-8245-3389-504D6D9135B2}"/>
                  </a:ext>
                </a:extLst>
              </p14:cNvPr>
              <p14:cNvContentPartPr/>
              <p14:nvPr/>
            </p14:nvContentPartPr>
            <p14:xfrm>
              <a:off x="6597819" y="5305977"/>
              <a:ext cx="69120" cy="2120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52E3DBA-3EB8-8245-3389-504D6D9135B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6593499" y="5301657"/>
                <a:ext cx="777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4D24EF7B-8E29-7387-5ED2-FF9D77E92146}"/>
                  </a:ext>
                </a:extLst>
              </p14:cNvPr>
              <p14:cNvContentPartPr/>
              <p14:nvPr/>
            </p14:nvContentPartPr>
            <p14:xfrm>
              <a:off x="6711939" y="5287257"/>
              <a:ext cx="102240" cy="24048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4D24EF7B-8E29-7387-5ED2-FF9D77E9214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6707619" y="5282937"/>
                <a:ext cx="1108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61D305A5-CE3F-17C3-DB4F-E53858F490FC}"/>
                  </a:ext>
                </a:extLst>
              </p14:cNvPr>
              <p14:cNvContentPartPr/>
              <p14:nvPr/>
            </p14:nvContentPartPr>
            <p14:xfrm>
              <a:off x="6839379" y="4435857"/>
              <a:ext cx="254520" cy="3384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61D305A5-CE3F-17C3-DB4F-E53858F490FC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6835059" y="4431537"/>
                <a:ext cx="26316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31AC8ED5-56A8-FCD8-4B75-51491ACD65E6}"/>
                  </a:ext>
                </a:extLst>
              </p14:cNvPr>
              <p14:cNvContentPartPr/>
              <p14:nvPr/>
            </p14:nvContentPartPr>
            <p14:xfrm>
              <a:off x="7106139" y="4615497"/>
              <a:ext cx="172800" cy="1378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31AC8ED5-56A8-FCD8-4B75-51491ACD65E6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7101819" y="4611177"/>
                <a:ext cx="1814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74B26DC-9694-5ACC-044A-425DC286BD04}"/>
                  </a:ext>
                </a:extLst>
              </p14:cNvPr>
              <p14:cNvContentPartPr/>
              <p14:nvPr/>
            </p14:nvContentPartPr>
            <p14:xfrm>
              <a:off x="7287939" y="4604697"/>
              <a:ext cx="268200" cy="16416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74B26DC-9694-5ACC-044A-425DC286BD04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7283619" y="4600377"/>
                <a:ext cx="2768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0BD0A473-3707-3EF6-CC53-F8B0E277A3D3}"/>
                  </a:ext>
                </a:extLst>
              </p14:cNvPr>
              <p14:cNvContentPartPr/>
              <p14:nvPr/>
            </p14:nvContentPartPr>
            <p14:xfrm>
              <a:off x="7554699" y="4610097"/>
              <a:ext cx="312480" cy="11484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0BD0A473-3707-3EF6-CC53-F8B0E277A3D3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7550379" y="4605777"/>
                <a:ext cx="3211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795FDA09-9DB7-A14B-D077-212464B03018}"/>
                  </a:ext>
                </a:extLst>
              </p14:cNvPr>
              <p14:cNvContentPartPr/>
              <p14:nvPr/>
            </p14:nvContentPartPr>
            <p14:xfrm>
              <a:off x="7903179" y="4644657"/>
              <a:ext cx="87120" cy="8280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795FDA09-9DB7-A14B-D077-212464B03018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7898859" y="4640337"/>
                <a:ext cx="957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98BFD42-AB75-3FB0-1913-767EF14600B0}"/>
                  </a:ext>
                </a:extLst>
              </p14:cNvPr>
              <p14:cNvContentPartPr/>
              <p14:nvPr/>
            </p14:nvContentPartPr>
            <p14:xfrm>
              <a:off x="7967259" y="4550697"/>
              <a:ext cx="160560" cy="17424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98BFD42-AB75-3FB0-1913-767EF14600B0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7962939" y="4546377"/>
                <a:ext cx="1692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EC8C4FBC-0544-85FD-7F3A-3ACAEAA3B79E}"/>
                  </a:ext>
                </a:extLst>
              </p14:cNvPr>
              <p14:cNvContentPartPr/>
              <p14:nvPr/>
            </p14:nvContentPartPr>
            <p14:xfrm>
              <a:off x="7446339" y="5474457"/>
              <a:ext cx="181080" cy="3013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EC8C4FBC-0544-85FD-7F3A-3ACAEAA3B79E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7442019" y="5470137"/>
                <a:ext cx="18972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3F50C641-BC09-DD3E-F1DF-56C14C542E9C}"/>
                  </a:ext>
                </a:extLst>
              </p14:cNvPr>
              <p14:cNvContentPartPr/>
              <p14:nvPr/>
            </p14:nvContentPartPr>
            <p14:xfrm>
              <a:off x="7875099" y="5359977"/>
              <a:ext cx="151200" cy="3222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3F50C641-BC09-DD3E-F1DF-56C14C542E9C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7870779" y="5355657"/>
                <a:ext cx="159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81FE08F2-7991-33AF-D200-331400AA37ED}"/>
                  </a:ext>
                </a:extLst>
              </p14:cNvPr>
              <p14:cNvContentPartPr/>
              <p14:nvPr/>
            </p14:nvContentPartPr>
            <p14:xfrm>
              <a:off x="8084979" y="5614497"/>
              <a:ext cx="28440" cy="691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81FE08F2-7991-33AF-D200-331400AA37ED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8080659" y="5610177"/>
                <a:ext cx="370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3ABE17E-77AF-07A4-4B82-86474BC36C0E}"/>
                  </a:ext>
                </a:extLst>
              </p14:cNvPr>
              <p14:cNvContentPartPr/>
              <p14:nvPr/>
            </p14:nvContentPartPr>
            <p14:xfrm>
              <a:off x="8088219" y="5573817"/>
              <a:ext cx="157680" cy="2638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3ABE17E-77AF-07A4-4B82-86474BC36C0E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8083899" y="5569497"/>
                <a:ext cx="1663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9E92657-55FB-EBF4-4FF5-5C82640DDF28}"/>
                  </a:ext>
                </a:extLst>
              </p14:cNvPr>
              <p14:cNvContentPartPr/>
              <p14:nvPr/>
            </p14:nvContentPartPr>
            <p14:xfrm>
              <a:off x="8281899" y="5525217"/>
              <a:ext cx="64080" cy="1537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9E92657-55FB-EBF4-4FF5-5C82640DDF28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8277579" y="5520897"/>
                <a:ext cx="727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3EAEDD7-B48F-E97D-AEC2-C9D68C929C61}"/>
                  </a:ext>
                </a:extLst>
              </p14:cNvPr>
              <p14:cNvContentPartPr/>
              <p14:nvPr/>
            </p14:nvContentPartPr>
            <p14:xfrm>
              <a:off x="8369019" y="5481297"/>
              <a:ext cx="132480" cy="1638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3EAEDD7-B48F-E97D-AEC2-C9D68C929C61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8364699" y="5476977"/>
                <a:ext cx="1411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E4B048DC-2F65-2545-1880-A59F7E43194C}"/>
                  </a:ext>
                </a:extLst>
              </p14:cNvPr>
              <p14:cNvContentPartPr/>
              <p14:nvPr/>
            </p14:nvContentPartPr>
            <p14:xfrm>
              <a:off x="8120259" y="5367177"/>
              <a:ext cx="360" cy="3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E4B048DC-2F65-2545-1880-A59F7E43194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15939" y="5362857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48636AC0-CAA0-E60B-FBCD-9ABFF7D9B664}"/>
                  </a:ext>
                </a:extLst>
              </p14:cNvPr>
              <p14:cNvContentPartPr/>
              <p14:nvPr/>
            </p14:nvContentPartPr>
            <p14:xfrm>
              <a:off x="5785659" y="4754457"/>
              <a:ext cx="1686240" cy="6184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48636AC0-CAA0-E60B-FBCD-9ABFF7D9B664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5781339" y="4750137"/>
                <a:ext cx="1694880" cy="62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1B5E117F-246D-66C1-45B1-462EE53DDD07}"/>
                  </a:ext>
                </a:extLst>
              </p14:cNvPr>
              <p14:cNvContentPartPr/>
              <p14:nvPr/>
            </p14:nvContentPartPr>
            <p14:xfrm>
              <a:off x="7640379" y="6118857"/>
              <a:ext cx="128160" cy="2181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1B5E117F-246D-66C1-45B1-462EE53DDD07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7636059" y="6114537"/>
                <a:ext cx="1368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0C115E4-D3FD-0A01-75F2-9A56C5FAF642}"/>
                  </a:ext>
                </a:extLst>
              </p14:cNvPr>
              <p14:cNvContentPartPr/>
              <p14:nvPr/>
            </p14:nvContentPartPr>
            <p14:xfrm>
              <a:off x="7656219" y="6214617"/>
              <a:ext cx="81000" cy="1260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0C115E4-D3FD-0A01-75F2-9A56C5FAF642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7651899" y="6210297"/>
                <a:ext cx="896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C97ABB02-3E88-AB3E-3447-50CEE2491F95}"/>
                  </a:ext>
                </a:extLst>
              </p14:cNvPr>
              <p14:cNvContentPartPr/>
              <p14:nvPr/>
            </p14:nvContentPartPr>
            <p14:xfrm>
              <a:off x="7662339" y="6091857"/>
              <a:ext cx="64440" cy="2556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C97ABB02-3E88-AB3E-3447-50CEE2491F95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7658019" y="6087537"/>
                <a:ext cx="730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1B795C06-3FD7-11EE-E33C-C03E0F54E038}"/>
                  </a:ext>
                </a:extLst>
              </p14:cNvPr>
              <p14:cNvContentPartPr/>
              <p14:nvPr/>
            </p14:nvContentPartPr>
            <p14:xfrm>
              <a:off x="7816419" y="6198777"/>
              <a:ext cx="108000" cy="950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1B795C06-3FD7-11EE-E33C-C03E0F54E038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7812099" y="6194457"/>
                <a:ext cx="1166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84E2D1CA-3F4F-8301-02DB-8976FC7B6EE0}"/>
                  </a:ext>
                </a:extLst>
              </p14:cNvPr>
              <p14:cNvContentPartPr/>
              <p14:nvPr/>
            </p14:nvContentPartPr>
            <p14:xfrm>
              <a:off x="7931619" y="6025617"/>
              <a:ext cx="93960" cy="24516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84E2D1CA-3F4F-8301-02DB-8976FC7B6EE0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7927299" y="6021297"/>
                <a:ext cx="1026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71809E54-9CD1-4876-11FB-1A54E43FB442}"/>
                  </a:ext>
                </a:extLst>
              </p14:cNvPr>
              <p14:cNvContentPartPr/>
              <p14:nvPr/>
            </p14:nvContentPartPr>
            <p14:xfrm>
              <a:off x="8069499" y="6119577"/>
              <a:ext cx="109800" cy="13428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71809E54-9CD1-4876-11FB-1A54E43FB442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8065179" y="6115257"/>
                <a:ext cx="1184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6803FB51-802A-8EBD-07AC-FB01E68ED372}"/>
                  </a:ext>
                </a:extLst>
              </p14:cNvPr>
              <p14:cNvContentPartPr/>
              <p14:nvPr/>
            </p14:nvContentPartPr>
            <p14:xfrm>
              <a:off x="8209539" y="6186537"/>
              <a:ext cx="111240" cy="795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6803FB51-802A-8EBD-07AC-FB01E68ED372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8205219" y="6182217"/>
                <a:ext cx="1198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5A883E21-FCC0-7667-6BC4-683C01174009}"/>
                  </a:ext>
                </a:extLst>
              </p14:cNvPr>
              <p14:cNvContentPartPr/>
              <p14:nvPr/>
            </p14:nvContentPartPr>
            <p14:xfrm>
              <a:off x="8325099" y="6168897"/>
              <a:ext cx="138600" cy="698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5A883E21-FCC0-7667-6BC4-683C01174009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8320779" y="6164577"/>
                <a:ext cx="1472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7FDCC0A1-EA39-4DCD-6508-2D88ACD383CF}"/>
                  </a:ext>
                </a:extLst>
              </p14:cNvPr>
              <p14:cNvContentPartPr/>
              <p14:nvPr/>
            </p14:nvContentPartPr>
            <p14:xfrm>
              <a:off x="8431659" y="6140097"/>
              <a:ext cx="56520" cy="7812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7FDCC0A1-EA39-4DCD-6508-2D88ACD383CF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427339" y="6135777"/>
                <a:ext cx="651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1582C3C4-9771-182E-77C0-CBCEC693BC53}"/>
                  </a:ext>
                </a:extLst>
              </p14:cNvPr>
              <p14:cNvContentPartPr/>
              <p14:nvPr/>
            </p14:nvContentPartPr>
            <p14:xfrm>
              <a:off x="3780459" y="4257657"/>
              <a:ext cx="239040" cy="12204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1582C3C4-9771-182E-77C0-CBCEC693BC53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3776139" y="4253337"/>
                <a:ext cx="2476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859D43A5-03F1-028F-1A68-7CB39ACEDB66}"/>
                  </a:ext>
                </a:extLst>
              </p14:cNvPr>
              <p14:cNvContentPartPr/>
              <p14:nvPr/>
            </p14:nvContentPartPr>
            <p14:xfrm>
              <a:off x="3603699" y="4788657"/>
              <a:ext cx="289800" cy="914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859D43A5-03F1-028F-1A68-7CB39ACEDB66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3599379" y="4784337"/>
                <a:ext cx="2984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50124F24-8181-3992-790B-97A48EDB3B2C}"/>
                  </a:ext>
                </a:extLst>
              </p14:cNvPr>
              <p14:cNvContentPartPr/>
              <p14:nvPr/>
            </p14:nvContentPartPr>
            <p14:xfrm>
              <a:off x="4205259" y="4504257"/>
              <a:ext cx="543960" cy="1980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50124F24-8181-3992-790B-97A48EDB3B2C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4200939" y="4499937"/>
                <a:ext cx="5526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7F0989C2-0D54-59E5-C004-78100123B4C3}"/>
                  </a:ext>
                </a:extLst>
              </p14:cNvPr>
              <p14:cNvContentPartPr/>
              <p14:nvPr/>
            </p14:nvContentPartPr>
            <p14:xfrm>
              <a:off x="4267179" y="4563657"/>
              <a:ext cx="501480" cy="4140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7F0989C2-0D54-59E5-C004-78100123B4C3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4262859" y="4559337"/>
                <a:ext cx="5101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A26FB217-5136-F08F-CE86-5E2C52B75CE1}"/>
                  </a:ext>
                </a:extLst>
              </p14:cNvPr>
              <p14:cNvContentPartPr/>
              <p14:nvPr/>
            </p14:nvContentPartPr>
            <p14:xfrm>
              <a:off x="4038579" y="5145057"/>
              <a:ext cx="463320" cy="1332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A26FB217-5136-F08F-CE86-5E2C52B75CE1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4034259" y="5140737"/>
                <a:ext cx="4719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5B7C674D-18C9-EA1C-AF59-A6339F7A0B9C}"/>
                  </a:ext>
                </a:extLst>
              </p14:cNvPr>
              <p14:cNvContentPartPr/>
              <p14:nvPr/>
            </p14:nvContentPartPr>
            <p14:xfrm>
              <a:off x="4132899" y="5303097"/>
              <a:ext cx="573840" cy="684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5B7C674D-18C9-EA1C-AF59-A6339F7A0B9C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4128579" y="5298777"/>
                <a:ext cx="58248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F061E907-3038-C7D7-FE49-91A4C134CC38}"/>
              </a:ext>
            </a:extLst>
          </p:cNvPr>
          <p:cNvGrpSpPr/>
          <p:nvPr/>
        </p:nvGrpSpPr>
        <p:grpSpPr>
          <a:xfrm>
            <a:off x="995859" y="4109697"/>
            <a:ext cx="413280" cy="415080"/>
            <a:chOff x="995859" y="4109697"/>
            <a:chExt cx="41328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06DEFD-C705-3889-06C6-4A27BF398E03}"/>
                    </a:ext>
                  </a:extLst>
                </p14:cNvPr>
                <p14:cNvContentPartPr/>
                <p14:nvPr/>
              </p14:nvContentPartPr>
              <p14:xfrm>
                <a:off x="1273059" y="4109697"/>
                <a:ext cx="136080" cy="1393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06DEFD-C705-3889-06C6-4A27BF398E0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268739" y="4105377"/>
                  <a:ext cx="144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AF0557F-A505-D91C-C160-25BD4B6C60B3}"/>
                    </a:ext>
                  </a:extLst>
                </p14:cNvPr>
                <p14:cNvContentPartPr/>
                <p14:nvPr/>
              </p14:nvContentPartPr>
              <p14:xfrm>
                <a:off x="1298979" y="4161897"/>
                <a:ext cx="104760" cy="180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AF0557F-A505-D91C-C160-25BD4B6C60B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294659" y="4157577"/>
                  <a:ext cx="113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08C547EC-88AA-11CB-643B-430FFCF6A7FA}"/>
                    </a:ext>
                  </a:extLst>
                </p14:cNvPr>
                <p14:cNvContentPartPr/>
                <p14:nvPr/>
              </p14:nvContentPartPr>
              <p14:xfrm>
                <a:off x="995859" y="4181337"/>
                <a:ext cx="288720" cy="3434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08C547EC-88AA-11CB-643B-430FFCF6A7F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91539" y="4177017"/>
                  <a:ext cx="297360" cy="352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3" name="TextBox 282">
            <a:extLst>
              <a:ext uri="{FF2B5EF4-FFF2-40B4-BE49-F238E27FC236}">
                <a16:creationId xmlns:a16="http://schemas.microsoft.com/office/drawing/2014/main" id="{B41D8875-00BD-D118-5B1D-99A2525E9103}"/>
              </a:ext>
            </a:extLst>
          </p:cNvPr>
          <p:cNvSpPr txBox="1"/>
          <p:nvPr/>
        </p:nvSpPr>
        <p:spPr>
          <a:xfrm>
            <a:off x="9017739" y="405036"/>
            <a:ext cx="12543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AutoGluon</a:t>
            </a:r>
            <a:endParaRPr lang="en-US" dirty="0"/>
          </a:p>
          <a:p>
            <a:r>
              <a:rPr lang="en-US" dirty="0" err="1"/>
              <a:t>AutoML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7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A79EC3-6E59-9D48-D2C3-2F599986275B}"/>
              </a:ext>
            </a:extLst>
          </p:cNvPr>
          <p:cNvSpPr txBox="1"/>
          <p:nvPr/>
        </p:nvSpPr>
        <p:spPr>
          <a:xfrm>
            <a:off x="2313616" y="33753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surrogados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F867F3-129D-CB49-32DE-F513AADA1848}"/>
                  </a:ext>
                </a:extLst>
              </p14:cNvPr>
              <p14:cNvContentPartPr/>
              <p14:nvPr/>
            </p14:nvContentPartPr>
            <p14:xfrm>
              <a:off x="2239659" y="1116657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F867F3-129D-CB49-32DE-F513AADA18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5339" y="1112337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88E03CB-956C-5E99-AEAD-7413987F2E2C}"/>
              </a:ext>
            </a:extLst>
          </p:cNvPr>
          <p:cNvGrpSpPr/>
          <p:nvPr/>
        </p:nvGrpSpPr>
        <p:grpSpPr>
          <a:xfrm>
            <a:off x="3289419" y="1252377"/>
            <a:ext cx="758160" cy="1446120"/>
            <a:chOff x="3289419" y="1252377"/>
            <a:chExt cx="758160" cy="144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0EC836-70DB-4AC0-4EC6-8FF169C25D9F}"/>
                    </a:ext>
                  </a:extLst>
                </p14:cNvPr>
                <p14:cNvContentPartPr/>
                <p14:nvPr/>
              </p14:nvContentPartPr>
              <p14:xfrm>
                <a:off x="3289419" y="1252377"/>
                <a:ext cx="758160" cy="1446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0EC836-70DB-4AC0-4EC6-8FF169C25D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85099" y="1248057"/>
                  <a:ext cx="766800" cy="14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42D68B1-9907-69DA-BE24-79F308BA5169}"/>
                    </a:ext>
                  </a:extLst>
                </p14:cNvPr>
                <p14:cNvContentPartPr/>
                <p14:nvPr/>
              </p14:nvContentPartPr>
              <p14:xfrm>
                <a:off x="3628179" y="1483497"/>
                <a:ext cx="181440" cy="335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42D68B1-9907-69DA-BE24-79F308BA51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23859" y="1479177"/>
                  <a:ext cx="1900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19E3FEE-BD6D-0E6A-FED0-A106152198A7}"/>
                    </a:ext>
                  </a:extLst>
                </p14:cNvPr>
                <p14:cNvContentPartPr/>
                <p14:nvPr/>
              </p14:nvContentPartPr>
              <p14:xfrm>
                <a:off x="3619899" y="2030697"/>
                <a:ext cx="193320" cy="280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19E3FEE-BD6D-0E6A-FED0-A106152198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15579" y="2026377"/>
                  <a:ext cx="201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A80F56-1E66-AA2E-B014-69E0380F39E9}"/>
                    </a:ext>
                  </a:extLst>
                </p14:cNvPr>
                <p14:cNvContentPartPr/>
                <p14:nvPr/>
              </p14:nvContentPartPr>
              <p14:xfrm>
                <a:off x="3610899" y="2176857"/>
                <a:ext cx="193680" cy="19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A80F56-1E66-AA2E-B014-69E0380F39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06579" y="2172537"/>
                  <a:ext cx="2023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8DEC5D-2722-6372-08C0-3AE028286F7D}"/>
              </a:ext>
            </a:extLst>
          </p:cNvPr>
          <p:cNvGrpSpPr/>
          <p:nvPr/>
        </p:nvGrpSpPr>
        <p:grpSpPr>
          <a:xfrm>
            <a:off x="323379" y="1299897"/>
            <a:ext cx="806400" cy="788400"/>
            <a:chOff x="323379" y="1299897"/>
            <a:chExt cx="806400" cy="78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CAA266-ABCC-2E5D-9A44-CF34899E4860}"/>
                    </a:ext>
                  </a:extLst>
                </p14:cNvPr>
                <p14:cNvContentPartPr/>
                <p14:nvPr/>
              </p14:nvContentPartPr>
              <p14:xfrm>
                <a:off x="323379" y="1468017"/>
                <a:ext cx="113040" cy="258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CAA266-ABCC-2E5D-9A44-CF34899E48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9059" y="1463697"/>
                  <a:ext cx="1216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3F4558C-A28B-F497-737F-9EB5DF118468}"/>
                    </a:ext>
                  </a:extLst>
                </p14:cNvPr>
                <p14:cNvContentPartPr/>
                <p14:nvPr/>
              </p14:nvContentPartPr>
              <p14:xfrm>
                <a:off x="463059" y="1425177"/>
                <a:ext cx="140040" cy="228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3F4558C-A28B-F497-737F-9EB5DF1184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8739" y="1420857"/>
                  <a:ext cx="148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1E3F736-38ED-C492-13BA-DDC585405106}"/>
                    </a:ext>
                  </a:extLst>
                </p14:cNvPr>
                <p14:cNvContentPartPr/>
                <p14:nvPr/>
              </p14:nvContentPartPr>
              <p14:xfrm>
                <a:off x="670419" y="1387377"/>
                <a:ext cx="74880" cy="183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1E3F736-38ED-C492-13BA-DDC5854051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6099" y="1383057"/>
                  <a:ext cx="83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B5960D-6AC1-9985-2F6E-AFD4EF8CBFF1}"/>
                    </a:ext>
                  </a:extLst>
                </p14:cNvPr>
                <p14:cNvContentPartPr/>
                <p14:nvPr/>
              </p14:nvContentPartPr>
              <p14:xfrm>
                <a:off x="848619" y="1299897"/>
                <a:ext cx="128880" cy="204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B5960D-6AC1-9985-2F6E-AFD4EF8CBF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4299" y="1295577"/>
                  <a:ext cx="137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9DC3C2D-E2AC-E249-27F3-5F83CF30006C}"/>
                    </a:ext>
                  </a:extLst>
                </p14:cNvPr>
                <p14:cNvContentPartPr/>
                <p14:nvPr/>
              </p14:nvContentPartPr>
              <p14:xfrm>
                <a:off x="519939" y="1923057"/>
                <a:ext cx="142560" cy="165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9DC3C2D-E2AC-E249-27F3-5F83CF3000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5619" y="1918737"/>
                  <a:ext cx="151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D398CF7-4E1F-9424-0D48-18B1EB14FF66}"/>
                    </a:ext>
                  </a:extLst>
                </p14:cNvPr>
                <p14:cNvContentPartPr/>
                <p14:nvPr/>
              </p14:nvContentPartPr>
              <p14:xfrm>
                <a:off x="698499" y="1834857"/>
                <a:ext cx="209160" cy="175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D398CF7-4E1F-9424-0D48-18B1EB14FF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4179" y="1830537"/>
                  <a:ext cx="217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9E858FC-9821-E887-A583-79F253F9E14A}"/>
                    </a:ext>
                  </a:extLst>
                </p14:cNvPr>
                <p14:cNvContentPartPr/>
                <p14:nvPr/>
              </p14:nvContentPartPr>
              <p14:xfrm>
                <a:off x="850419" y="1695897"/>
                <a:ext cx="279360" cy="290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9E858FC-9821-E887-A583-79F253F9E14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6099" y="1691577"/>
                  <a:ext cx="28800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8196D7-39C7-AEC5-5736-292F77AE05D6}"/>
              </a:ext>
            </a:extLst>
          </p:cNvPr>
          <p:cNvGrpSpPr/>
          <p:nvPr/>
        </p:nvGrpSpPr>
        <p:grpSpPr>
          <a:xfrm>
            <a:off x="368019" y="2483937"/>
            <a:ext cx="324720" cy="299880"/>
            <a:chOff x="368019" y="2483937"/>
            <a:chExt cx="32472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6F420B-A15C-B340-8A12-8AB85212F756}"/>
                    </a:ext>
                  </a:extLst>
                </p14:cNvPr>
                <p14:cNvContentPartPr/>
                <p14:nvPr/>
              </p14:nvContentPartPr>
              <p14:xfrm>
                <a:off x="368019" y="2526057"/>
                <a:ext cx="167400" cy="257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6F420B-A15C-B340-8A12-8AB85212F7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3699" y="2521737"/>
                  <a:ext cx="176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2B65DC-C580-A75A-951F-0F86309CDD94}"/>
                    </a:ext>
                  </a:extLst>
                </p14:cNvPr>
                <p14:cNvContentPartPr/>
                <p14:nvPr/>
              </p14:nvContentPartPr>
              <p14:xfrm>
                <a:off x="585459" y="2483937"/>
                <a:ext cx="107280" cy="245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2B65DC-C580-A75A-951F-0F86309CDD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1139" y="2479617"/>
                  <a:ext cx="11592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7D6C99-B012-5120-9D24-D3C8BDAE163A}"/>
              </a:ext>
            </a:extLst>
          </p:cNvPr>
          <p:cNvGrpSpPr/>
          <p:nvPr/>
        </p:nvGrpSpPr>
        <p:grpSpPr>
          <a:xfrm>
            <a:off x="878139" y="2356497"/>
            <a:ext cx="663120" cy="327240"/>
            <a:chOff x="878139" y="2356497"/>
            <a:chExt cx="66312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66B196-E56E-7480-BDFB-8CD556FFE944}"/>
                    </a:ext>
                  </a:extLst>
                </p14:cNvPr>
                <p14:cNvContentPartPr/>
                <p14:nvPr/>
              </p14:nvContentPartPr>
              <p14:xfrm>
                <a:off x="922779" y="2513457"/>
                <a:ext cx="83160" cy="133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66B196-E56E-7480-BDFB-8CD556FFE94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8459" y="2509137"/>
                  <a:ext cx="91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87B0011-607F-6DCA-3748-A1511DD5E64A}"/>
                    </a:ext>
                  </a:extLst>
                </p14:cNvPr>
                <p14:cNvContentPartPr/>
                <p14:nvPr/>
              </p14:nvContentPartPr>
              <p14:xfrm>
                <a:off x="878139" y="2374857"/>
                <a:ext cx="60480" cy="10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87B0011-607F-6DCA-3748-A1511DD5E6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3819" y="2370537"/>
                  <a:ext cx="69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ED1CCE-80D7-2C1D-4674-FE355D27A6AA}"/>
                    </a:ext>
                  </a:extLst>
                </p14:cNvPr>
                <p14:cNvContentPartPr/>
                <p14:nvPr/>
              </p14:nvContentPartPr>
              <p14:xfrm>
                <a:off x="1002339" y="2447577"/>
                <a:ext cx="137880" cy="23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ED1CCE-80D7-2C1D-4674-FE355D27A6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8019" y="2443257"/>
                  <a:ext cx="146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03108A7-3B3E-A29B-53A8-903E55690792}"/>
                    </a:ext>
                  </a:extLst>
                </p14:cNvPr>
                <p14:cNvContentPartPr/>
                <p14:nvPr/>
              </p14:nvContentPartPr>
              <p14:xfrm>
                <a:off x="1197459" y="2395377"/>
                <a:ext cx="34200" cy="137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03108A7-3B3E-A29B-53A8-903E556907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93139" y="2391057"/>
                  <a:ext cx="42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7E29302-0D45-F48E-7884-CCBED5DB863F}"/>
                    </a:ext>
                  </a:extLst>
                </p14:cNvPr>
                <p14:cNvContentPartPr/>
                <p14:nvPr/>
              </p14:nvContentPartPr>
              <p14:xfrm>
                <a:off x="1271979" y="2372337"/>
                <a:ext cx="71640" cy="134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7E29302-0D45-F48E-7884-CCBED5DB863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67659" y="2368017"/>
                  <a:ext cx="80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398B895-6684-5015-21F4-A07CE0A5A32B}"/>
                    </a:ext>
                  </a:extLst>
                </p14:cNvPr>
                <p14:cNvContentPartPr/>
                <p14:nvPr/>
              </p14:nvContentPartPr>
              <p14:xfrm>
                <a:off x="1364139" y="2356497"/>
                <a:ext cx="141840" cy="119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398B895-6684-5015-21F4-A07CE0A5A32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59819" y="2352177"/>
                  <a:ext cx="150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967524F-D5C6-9F9A-9680-2249FD2263BB}"/>
                    </a:ext>
                  </a:extLst>
                </p14:cNvPr>
                <p14:cNvContentPartPr/>
                <p14:nvPr/>
              </p14:nvContentPartPr>
              <p14:xfrm>
                <a:off x="1502379" y="2359377"/>
                <a:ext cx="38880" cy="158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967524F-D5C6-9F9A-9680-2249FD2263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98059" y="2355057"/>
                  <a:ext cx="47520" cy="16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9BCF607-3801-F95D-FC9B-716BE55FE465}"/>
                  </a:ext>
                </a:extLst>
              </p14:cNvPr>
              <p14:cNvContentPartPr/>
              <p14:nvPr/>
            </p14:nvContentPartPr>
            <p14:xfrm>
              <a:off x="1638819" y="1747017"/>
              <a:ext cx="1708560" cy="2851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9BCF607-3801-F95D-FC9B-716BE55FE46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34499" y="1742697"/>
                <a:ext cx="1717200" cy="29376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FED6EF5-30BA-C7EB-83DA-7C4911E925FE}"/>
              </a:ext>
            </a:extLst>
          </p:cNvPr>
          <p:cNvSpPr txBox="1"/>
          <p:nvPr/>
        </p:nvSpPr>
        <p:spPr>
          <a:xfrm>
            <a:off x="5748338" y="600075"/>
            <a:ext cx="4627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Mejores</a:t>
            </a:r>
            <a:r>
              <a:rPr lang="en-US" dirty="0"/>
              <a:t> </a:t>
            </a:r>
            <a:r>
              <a:rPr lang="en-US" dirty="0" err="1"/>
              <a:t>archs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surrogado</a:t>
            </a:r>
            <a:r>
              <a:rPr lang="en-US" dirty="0"/>
              <a:t>, para Validar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375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294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Resultados obtenidos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Casillas</dc:creator>
  <cp:lastModifiedBy>Manuel Casillas</cp:lastModifiedBy>
  <cp:revision>1</cp:revision>
  <dcterms:created xsi:type="dcterms:W3CDTF">2025-05-23T17:53:16Z</dcterms:created>
  <dcterms:modified xsi:type="dcterms:W3CDTF">2025-08-01T18:09:47Z</dcterms:modified>
</cp:coreProperties>
</file>